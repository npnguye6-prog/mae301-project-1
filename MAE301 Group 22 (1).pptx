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2" r:id="rId4"/>
    <p:sldMasterId id="2147483713"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Newsreader"/>
      <p:regular r:id="rId15"/>
      <p:bold r:id="rId16"/>
      <p:italic r:id="rId17"/>
      <p:boldItalic r:id="rId18"/>
    </p:embeddedFont>
    <p:embeddedFont>
      <p:font typeface="DM Sans Light"/>
      <p:regular r:id="rId19"/>
      <p:bold r:id="rId20"/>
      <p:italic r:id="rId21"/>
      <p:boldItalic r:id="rId22"/>
    </p:embeddedFont>
    <p:embeddedFont>
      <p:font typeface="DM Sans SemiBold"/>
      <p:regular r:id="rId23"/>
      <p:bold r:id="rId24"/>
      <p:italic r:id="rId25"/>
      <p:boldItalic r:id="rId26"/>
    </p:embeddedFont>
    <p:embeddedFont>
      <p:font typeface="DM Sans"/>
      <p:regular r:id="rId27"/>
      <p:bold r:id="rId28"/>
      <p:italic r:id="rId29"/>
      <p:boldItalic r:id="rId30"/>
    </p:embeddedFont>
    <p:embeddedFont>
      <p:font typeface="Newsreader SemiBold"/>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ewsreaderSemiBold-regular.fntdata"/><Relationship Id="rId30" Type="http://schemas.openxmlformats.org/officeDocument/2006/relationships/font" Target="fonts/DMSans-boldItalic.fntdata"/><Relationship Id="rId33" Type="http://schemas.openxmlformats.org/officeDocument/2006/relationships/font" Target="fonts/NewsreaderSemiBold-italic.fntdata"/><Relationship Id="rId32" Type="http://schemas.openxmlformats.org/officeDocument/2006/relationships/font" Target="fonts/NewsreaderSemiBold-bold.fntdata"/><Relationship Id="rId34" Type="http://schemas.openxmlformats.org/officeDocument/2006/relationships/font" Target="fonts/NewsreaderSemiBold-boldItalic.fntdata"/><Relationship Id="rId20" Type="http://schemas.openxmlformats.org/officeDocument/2006/relationships/font" Target="fonts/DMSansLight-bold.fntdata"/><Relationship Id="rId22" Type="http://schemas.openxmlformats.org/officeDocument/2006/relationships/font" Target="fonts/DMSansLight-boldItalic.fntdata"/><Relationship Id="rId21" Type="http://schemas.openxmlformats.org/officeDocument/2006/relationships/font" Target="fonts/DMSansLight-italic.fntdata"/><Relationship Id="rId24" Type="http://schemas.openxmlformats.org/officeDocument/2006/relationships/font" Target="fonts/DMSansSemiBold-bold.fntdata"/><Relationship Id="rId23" Type="http://schemas.openxmlformats.org/officeDocument/2006/relationships/font" Target="fonts/DMSansSemiBold-regular.fntdata"/><Relationship Id="rId26" Type="http://schemas.openxmlformats.org/officeDocument/2006/relationships/font" Target="fonts/DMSansSemiBold-boldItalic.fntdata"/><Relationship Id="rId25" Type="http://schemas.openxmlformats.org/officeDocument/2006/relationships/font" Target="fonts/DMSansSemiBold-italic.fntdata"/><Relationship Id="rId28" Type="http://schemas.openxmlformats.org/officeDocument/2006/relationships/font" Target="fonts/DMSans-bold.fntdata"/><Relationship Id="rId27" Type="http://schemas.openxmlformats.org/officeDocument/2006/relationships/font" Target="fonts/DMSans-regular.fntdata"/><Relationship Id="rId29" Type="http://schemas.openxmlformats.org/officeDocument/2006/relationships/font" Target="fonts/DMSans-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Newsreader-regular.fntdata"/><Relationship Id="rId14" Type="http://schemas.openxmlformats.org/officeDocument/2006/relationships/slide" Target="slides/slide8.xml"/><Relationship Id="rId17" Type="http://schemas.openxmlformats.org/officeDocument/2006/relationships/font" Target="fonts/Newsreader-italic.fntdata"/><Relationship Id="rId16" Type="http://schemas.openxmlformats.org/officeDocument/2006/relationships/font" Target="fonts/Newsreader-bold.fntdata"/><Relationship Id="rId19" Type="http://schemas.openxmlformats.org/officeDocument/2006/relationships/font" Target="fonts/DMSansLight-regular.fntdata"/><Relationship Id="rId18" Type="http://schemas.openxmlformats.org/officeDocument/2006/relationships/font" Target="fonts/Newsreader-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cf3d9ca34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cf3d9ca34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cf3d9ca340_2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cf3d9ca340_2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cf3d9ca340_2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cf3d9ca340_2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Nathan: </a:t>
            </a:r>
            <a:r>
              <a:rPr lang="en"/>
              <a:t>Our problem is that aircraft engines create a lot of data, but it’s still hard to know when the engine is wearing out and when maintenance should happen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AeroPredict helps solve that by using sensor data to predict engine health and how much time the engine has left. It also shows uncertainty, so engineers have a better idea of how reliable the prediction is.</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cf3d9ca340_2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cf3d9ca340_2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Our main target users are mechanical and aerospace engineers, maintenance planners, and researchers who work with aircraft engines or other rotating machinery. These systems generate large amounts of sensor data, but it can be difficult to detect early signs of degradation from that data.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This can lead to poor maintenance decisions. If maintenance happens too early, it causes unnecessary downtime and cost. If it happens too late, it can create safety risks from unexpected failures.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AeroPredict helps solve this by turning sensor data into clear predictions of engine health and remaining useful life, helping engineers make better maintenance decisions.</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cf3d9ca340_2_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cf3d9ca340_2_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What Max says:</a:t>
            </a:r>
            <a:endParaRPr b="1" sz="1000">
              <a:solidFill>
                <a:schemeClr val="dk1"/>
              </a:solidFill>
            </a:endParaRPr>
          </a:p>
          <a:p>
            <a:pPr indent="-304800" lvl="0" marL="457200" rtl="0" algn="l">
              <a:lnSpc>
                <a:spcPct val="115000"/>
              </a:lnSpc>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The dataset chosen for the prototype is NASA C-MAPSS turbofan engine degradation dataset.</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Multiple sensor readings over many engine cycles provide input to the dataset.</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The method for this project utilizes statistics concepts as well as machine learning to optimize efficiency.</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Using Python to preprocess, PCA to determine dominant degradation modes, and regression analysis for baseline Remaining Useful Life (RUL) or failure-within-N-cycles output.</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Uncertainty is also a key part, not just prediction, we can hypothesis test for early vs late life feature shifts and use CLT-based confidence intervals where appropriate, with optional Bayesian updates on new data.</a:t>
            </a:r>
            <a:endParaRPr b="1" sz="13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cf3d9ca340_2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cf3d9ca340_2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Natasha Fernandez</a:t>
            </a:r>
            <a:br>
              <a:rPr b="1" lang="en">
                <a:solidFill>
                  <a:schemeClr val="dk1"/>
                </a:solidFill>
              </a:rPr>
            </a:br>
            <a:br>
              <a:rPr b="1" lang="en">
                <a:solidFill>
                  <a:schemeClr val="dk1"/>
                </a:solidFill>
              </a:rPr>
            </a:br>
            <a:r>
              <a:rPr b="1" lang="en">
                <a:solidFill>
                  <a:schemeClr val="dk1"/>
                </a:solidFill>
              </a:rPr>
              <a:t>How nanoGPT fits into our MVP.</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Its main role is to support reporting, not core computation. It can help generate an analysis plan, write a concise Markdown technical report, and summarize the methods, assumptions, results, and limitations.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But it’s important to be clear that nanoGPT is not doing the actual engineering calculations. It does not replace the prediction model or analysis model. Those models handle the computation, while nanoGPT helps explain the results in a clear and usable format.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For the MVP itself, the user would either select an engine run or upload a CSV. The backend model would process that data and compute the results. Then the application would return outputs like predicted remaining useful life, uncertainty bounds, a health versus cycle trend, and an automatically generated technical report.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This is also how our project fits the class requirement. We are using nanoGPT along with other models, rather than relying on nanoGPT alone. That makes it part of a larger engineering workflow, where the prediction model performs the technical analysis and nanoGPT improves communication and reporting.</a:t>
            </a:r>
            <a:endParaRPr b="1">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cf3d9ca34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cf3d9ca34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Zach Mitan: To evaluate our system, we use several metrics.  First, MAE and RMSE measure how accurately the model predicts remaining useful life.  We also evaluate prediction interval coverage to check whether the uncertainty bounds are reliable. If we include failure classification, we can also use ROC-AUC or F1 score. Finally, reproducibility ensures the results can be repeated using the same data and methods. This project is feasible within the course timeline because it uses a public NASA turbofan dataset, focuses on a well-defined engineering problem, and keeps the model scope manageable while combining statistics, machine learning, and nanoGPT for reporting. Overall, AeroPredict transforms raw sensor data into clear, uncertainty-aware maintenance insights.</a:t>
            </a:r>
            <a:endParaRPr b="1">
              <a:solidFill>
                <a:schemeClr val="dk1"/>
              </a:solidFill>
            </a:endParaRPr>
          </a:p>
          <a:p>
            <a:pPr indent="0" lvl="0" marL="0" rtl="0" algn="l">
              <a:lnSpc>
                <a:spcPct val="115000"/>
              </a:lnSpc>
              <a:spcBef>
                <a:spcPts val="1200"/>
              </a:spcBef>
              <a:spcAft>
                <a:spcPts val="1200"/>
              </a:spcAft>
              <a:buNone/>
            </a:pPr>
            <a:r>
              <a:t/>
            </a:r>
            <a:endParaRPr b="1">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cf3d9ca340_2_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3cf3d9ca340_2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54" name="Shape 54"/>
        <p:cNvGrpSpPr/>
        <p:nvPr/>
      </p:nvGrpSpPr>
      <p:grpSpPr>
        <a:xfrm>
          <a:off x="0" y="0"/>
          <a:ext cx="0" cy="0"/>
          <a:chOff x="0" y="0"/>
          <a:chExt cx="0" cy="0"/>
        </a:xfrm>
      </p:grpSpPr>
      <p:sp>
        <p:nvSpPr>
          <p:cNvPr id="55" name="Google Shape;55;p14"/>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56" name="Google Shape;56;p1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57" name="Google Shape;57;p1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58" name="Shape 58"/>
        <p:cNvGrpSpPr/>
        <p:nvPr/>
      </p:nvGrpSpPr>
      <p:grpSpPr>
        <a:xfrm>
          <a:off x="0" y="0"/>
          <a:ext cx="0" cy="0"/>
          <a:chOff x="0" y="0"/>
          <a:chExt cx="0" cy="0"/>
        </a:xfrm>
      </p:grpSpPr>
      <p:sp>
        <p:nvSpPr>
          <p:cNvPr id="59" name="Google Shape;59;p15"/>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60" name="Google Shape;60;p1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62" name="Google Shape;62;p15"/>
          <p:cNvSpPr txBox="1"/>
          <p:nvPr>
            <p:ph idx="2" type="subTitle"/>
          </p:nvPr>
        </p:nvSpPr>
        <p:spPr>
          <a:xfrm>
            <a:off x="362125"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txBox="1"/>
          <p:nvPr>
            <p:ph idx="3" type="subTitle"/>
          </p:nvPr>
        </p:nvSpPr>
        <p:spPr>
          <a:xfrm>
            <a:off x="3154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5"/>
          <p:cNvSpPr txBox="1"/>
          <p:nvPr>
            <p:ph idx="4" type="subTitle"/>
          </p:nvPr>
        </p:nvSpPr>
        <p:spPr>
          <a:xfrm>
            <a:off x="6216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5"/>
          <p:cNvSpPr txBox="1"/>
          <p:nvPr>
            <p:ph idx="5" type="subTitle"/>
          </p:nvPr>
        </p:nvSpPr>
        <p:spPr>
          <a:xfrm>
            <a:off x="362125" y="2206700"/>
            <a:ext cx="2575800" cy="12483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66" name="Shape 66"/>
        <p:cNvGrpSpPr/>
        <p:nvPr/>
      </p:nvGrpSpPr>
      <p:grpSpPr>
        <a:xfrm>
          <a:off x="0" y="0"/>
          <a:ext cx="0" cy="0"/>
          <a:chOff x="0" y="0"/>
          <a:chExt cx="0" cy="0"/>
        </a:xfrm>
      </p:grpSpPr>
      <p:sp>
        <p:nvSpPr>
          <p:cNvPr id="67" name="Google Shape;67;p1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6"/>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69" name="Google Shape;69;p16"/>
          <p:cNvSpPr txBox="1"/>
          <p:nvPr>
            <p:ph idx="1"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71" name="Shape 71"/>
        <p:cNvGrpSpPr/>
        <p:nvPr/>
      </p:nvGrpSpPr>
      <p:grpSpPr>
        <a:xfrm>
          <a:off x="0" y="0"/>
          <a:ext cx="0" cy="0"/>
          <a:chOff x="0" y="0"/>
          <a:chExt cx="0" cy="0"/>
        </a:xfrm>
      </p:grpSpPr>
      <p:sp>
        <p:nvSpPr>
          <p:cNvPr id="72" name="Google Shape;72;p17"/>
          <p:cNvSpPr txBox="1"/>
          <p:nvPr>
            <p:ph idx="1" type="subTitle"/>
          </p:nvPr>
        </p:nvSpPr>
        <p:spPr>
          <a:xfrm>
            <a:off x="3619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3" name="Google Shape;73;p17"/>
          <p:cNvSpPr txBox="1"/>
          <p:nvPr>
            <p:ph type="title"/>
          </p:nvPr>
        </p:nvSpPr>
        <p:spPr>
          <a:xfrm>
            <a:off x="361975" y="962100"/>
            <a:ext cx="4163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74" name="Google Shape;74;p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17"/>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6" name="Google Shape;76;p17"/>
          <p:cNvSpPr txBox="1"/>
          <p:nvPr>
            <p:ph idx="3" type="subTitle"/>
          </p:nvPr>
        </p:nvSpPr>
        <p:spPr>
          <a:xfrm>
            <a:off x="49096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7" name="Google Shape;77;p17"/>
          <p:cNvSpPr txBox="1"/>
          <p:nvPr>
            <p:ph idx="4" type="subTitle"/>
          </p:nvPr>
        </p:nvSpPr>
        <p:spPr>
          <a:xfrm>
            <a:off x="3619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8" name="Google Shape;78;p17"/>
          <p:cNvSpPr txBox="1"/>
          <p:nvPr>
            <p:ph idx="5" type="subTitle"/>
          </p:nvPr>
        </p:nvSpPr>
        <p:spPr>
          <a:xfrm>
            <a:off x="49096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9" name="Google Shape;79;p17"/>
          <p:cNvSpPr txBox="1"/>
          <p:nvPr>
            <p:ph idx="6" type="subTitle"/>
          </p:nvPr>
        </p:nvSpPr>
        <p:spPr>
          <a:xfrm>
            <a:off x="3619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0" name="Google Shape;80;p17"/>
          <p:cNvSpPr txBox="1"/>
          <p:nvPr>
            <p:ph idx="7" type="subTitle"/>
          </p:nvPr>
        </p:nvSpPr>
        <p:spPr>
          <a:xfrm>
            <a:off x="49096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81" name="Shape 81"/>
        <p:cNvGrpSpPr/>
        <p:nvPr/>
      </p:nvGrpSpPr>
      <p:grpSpPr>
        <a:xfrm>
          <a:off x="0" y="0"/>
          <a:ext cx="0" cy="0"/>
          <a:chOff x="0" y="0"/>
          <a:chExt cx="0" cy="0"/>
        </a:xfrm>
      </p:grpSpPr>
      <p:sp>
        <p:nvSpPr>
          <p:cNvPr id="82" name="Google Shape;82;p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83" name="Google Shape;83;p1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8"/>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85" name="Google Shape;85;p18"/>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86" name="Google Shape;86;p18"/>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87" name="Google Shape;87;p18"/>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88" name="Google Shape;88;p18"/>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89" name="Google Shape;89;p18"/>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90" name="Google Shape;90;p1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91" name="Google Shape;91;p18"/>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92" name="Shape 92"/>
        <p:cNvGrpSpPr/>
        <p:nvPr/>
      </p:nvGrpSpPr>
      <p:grpSpPr>
        <a:xfrm>
          <a:off x="0" y="0"/>
          <a:ext cx="0" cy="0"/>
          <a:chOff x="0" y="0"/>
          <a:chExt cx="0" cy="0"/>
        </a:xfrm>
      </p:grpSpPr>
      <p:sp>
        <p:nvSpPr>
          <p:cNvPr id="93" name="Google Shape;93;p1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9"/>
          <p:cNvSpPr txBox="1"/>
          <p:nvPr>
            <p:ph idx="2" type="body"/>
          </p:nvPr>
        </p:nvSpPr>
        <p:spPr>
          <a:xfrm>
            <a:off x="4845475" y="99868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95" name="Google Shape;95;p19"/>
          <p:cNvSpPr txBox="1"/>
          <p:nvPr>
            <p:ph idx="3" type="subTitle"/>
          </p:nvPr>
        </p:nvSpPr>
        <p:spPr>
          <a:xfrm>
            <a:off x="4845475" y="666041"/>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96" name="Google Shape;96;p1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97" name="Google Shape;97;p19"/>
          <p:cNvSpPr txBox="1"/>
          <p:nvPr>
            <p:ph idx="4"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9"/>
          <p:cNvSpPr txBox="1"/>
          <p:nvPr>
            <p:ph idx="5" type="body"/>
          </p:nvPr>
        </p:nvSpPr>
        <p:spPr>
          <a:xfrm>
            <a:off x="4845475" y="392743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99" name="Google Shape;99;p19"/>
          <p:cNvSpPr txBox="1"/>
          <p:nvPr>
            <p:ph idx="6" type="subTitle"/>
          </p:nvPr>
        </p:nvSpPr>
        <p:spPr>
          <a:xfrm>
            <a:off x="4845475" y="3594791"/>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0" name="Google Shape;100;p19"/>
          <p:cNvSpPr txBox="1"/>
          <p:nvPr>
            <p:ph idx="7" type="body"/>
          </p:nvPr>
        </p:nvSpPr>
        <p:spPr>
          <a:xfrm>
            <a:off x="4845475" y="2431037"/>
            <a:ext cx="3382500" cy="5877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01" name="Google Shape;101;p19"/>
          <p:cNvSpPr txBox="1"/>
          <p:nvPr>
            <p:ph idx="8" type="subTitle"/>
          </p:nvPr>
        </p:nvSpPr>
        <p:spPr>
          <a:xfrm>
            <a:off x="4845475" y="2098390"/>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02" name="Google Shape;102;p19"/>
          <p:cNvSpPr txBox="1"/>
          <p:nvPr>
            <p:ph idx="9" type="body"/>
          </p:nvPr>
        </p:nvSpPr>
        <p:spPr>
          <a:xfrm>
            <a:off x="356100" y="3243900"/>
            <a:ext cx="2798700" cy="1334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103" name="Shape 103"/>
        <p:cNvGrpSpPr/>
        <p:nvPr/>
      </p:nvGrpSpPr>
      <p:grpSpPr>
        <a:xfrm>
          <a:off x="0" y="0"/>
          <a:ext cx="0" cy="0"/>
          <a:chOff x="0" y="0"/>
          <a:chExt cx="0" cy="0"/>
        </a:xfrm>
      </p:grpSpPr>
      <p:sp>
        <p:nvSpPr>
          <p:cNvPr id="104" name="Google Shape;104;p2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6" name="Google Shape;106;p20"/>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07" name="Google Shape;107;p20"/>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8" name="Google Shape;108;p20"/>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09" name="Google Shape;109;p20"/>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10" name="Google Shape;110;p20"/>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111" name="Google Shape;111;p20"/>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2" name="Google Shape;112;p20"/>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13" name="Google Shape;113;p20"/>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114" name="Shape 114"/>
        <p:cNvGrpSpPr/>
        <p:nvPr/>
      </p:nvGrpSpPr>
      <p:grpSpPr>
        <a:xfrm>
          <a:off x="0" y="0"/>
          <a:ext cx="0" cy="0"/>
          <a:chOff x="0" y="0"/>
          <a:chExt cx="0" cy="0"/>
        </a:xfrm>
      </p:grpSpPr>
      <p:sp>
        <p:nvSpPr>
          <p:cNvPr id="115" name="Google Shape;115;p21"/>
          <p:cNvSpPr txBox="1"/>
          <p:nvPr>
            <p:ph idx="1" type="body"/>
          </p:nvPr>
        </p:nvSpPr>
        <p:spPr>
          <a:xfrm>
            <a:off x="2610420"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16" name="Google Shape;116;p21"/>
          <p:cNvSpPr txBox="1"/>
          <p:nvPr>
            <p:ph idx="2" type="subTitle"/>
          </p:nvPr>
        </p:nvSpPr>
        <p:spPr>
          <a:xfrm>
            <a:off x="2610418"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7" name="Google Shape;117;p2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1"/>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9" name="Google Shape;119;p21"/>
          <p:cNvSpPr txBox="1"/>
          <p:nvPr>
            <p:ph idx="4" type="body"/>
          </p:nvPr>
        </p:nvSpPr>
        <p:spPr>
          <a:xfrm>
            <a:off x="4889772" y="2943375"/>
            <a:ext cx="1645800" cy="16080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20" name="Google Shape;120;p21"/>
          <p:cNvSpPr txBox="1"/>
          <p:nvPr>
            <p:ph idx="5" type="subTitle"/>
          </p:nvPr>
        </p:nvSpPr>
        <p:spPr>
          <a:xfrm>
            <a:off x="4889774"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1" name="Google Shape;121;p21"/>
          <p:cNvSpPr txBox="1"/>
          <p:nvPr>
            <p:ph idx="6" type="body"/>
          </p:nvPr>
        </p:nvSpPr>
        <p:spPr>
          <a:xfrm>
            <a:off x="713087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22" name="Google Shape;122;p21"/>
          <p:cNvSpPr txBox="1"/>
          <p:nvPr>
            <p:ph idx="7" type="subTitle"/>
          </p:nvPr>
        </p:nvSpPr>
        <p:spPr>
          <a:xfrm>
            <a:off x="7130874"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23" name="Google Shape;123;p21"/>
          <p:cNvSpPr txBox="1"/>
          <p:nvPr>
            <p:ph idx="8" type="body"/>
          </p:nvPr>
        </p:nvSpPr>
        <p:spPr>
          <a:xfrm>
            <a:off x="36052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24" name="Google Shape;124;p21"/>
          <p:cNvSpPr txBox="1"/>
          <p:nvPr>
            <p:ph idx="9" type="subTitle"/>
          </p:nvPr>
        </p:nvSpPr>
        <p:spPr>
          <a:xfrm>
            <a:off x="360533"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5" name="Google Shape;125;p21"/>
          <p:cNvSpPr txBox="1"/>
          <p:nvPr>
            <p:ph idx="1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26" name="Google Shape;126;p21"/>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solidFill>
                  <a:schemeClr val="dk1"/>
                </a:solidFill>
              </a:defRPr>
            </a:lvl1pPr>
            <a:lvl2pPr lvl="1" algn="ctr">
              <a:spcBef>
                <a:spcPts val="0"/>
              </a:spcBef>
              <a:spcAft>
                <a:spcPts val="0"/>
              </a:spcAft>
              <a:buNone/>
              <a:defRPr sz="2200">
                <a:solidFill>
                  <a:schemeClr val="dk1"/>
                </a:solidFill>
              </a:defRPr>
            </a:lvl2pPr>
            <a:lvl3pPr lvl="2" algn="ctr">
              <a:spcBef>
                <a:spcPts val="0"/>
              </a:spcBef>
              <a:spcAft>
                <a:spcPts val="0"/>
              </a:spcAft>
              <a:buNone/>
              <a:defRPr sz="2200">
                <a:solidFill>
                  <a:schemeClr val="dk1"/>
                </a:solidFill>
              </a:defRPr>
            </a:lvl3pPr>
            <a:lvl4pPr lvl="3" algn="ctr">
              <a:spcBef>
                <a:spcPts val="0"/>
              </a:spcBef>
              <a:spcAft>
                <a:spcPts val="0"/>
              </a:spcAft>
              <a:buNone/>
              <a:defRPr sz="2200">
                <a:solidFill>
                  <a:schemeClr val="dk1"/>
                </a:solidFill>
              </a:defRPr>
            </a:lvl4pPr>
            <a:lvl5pPr lvl="4" algn="ctr">
              <a:spcBef>
                <a:spcPts val="0"/>
              </a:spcBef>
              <a:spcAft>
                <a:spcPts val="0"/>
              </a:spcAft>
              <a:buNone/>
              <a:defRPr sz="2200">
                <a:solidFill>
                  <a:schemeClr val="dk1"/>
                </a:solidFill>
              </a:defRPr>
            </a:lvl5pPr>
            <a:lvl6pPr lvl="5" algn="ctr">
              <a:spcBef>
                <a:spcPts val="0"/>
              </a:spcBef>
              <a:spcAft>
                <a:spcPts val="0"/>
              </a:spcAft>
              <a:buNone/>
              <a:defRPr sz="2200">
                <a:solidFill>
                  <a:schemeClr val="dk1"/>
                </a:solidFill>
              </a:defRPr>
            </a:lvl6pPr>
            <a:lvl7pPr lvl="6" algn="ctr">
              <a:spcBef>
                <a:spcPts val="0"/>
              </a:spcBef>
              <a:spcAft>
                <a:spcPts val="0"/>
              </a:spcAft>
              <a:buNone/>
              <a:defRPr sz="2200">
                <a:solidFill>
                  <a:schemeClr val="dk1"/>
                </a:solidFill>
              </a:defRPr>
            </a:lvl7pPr>
            <a:lvl8pPr lvl="7" algn="ctr">
              <a:spcBef>
                <a:spcPts val="0"/>
              </a:spcBef>
              <a:spcAft>
                <a:spcPts val="0"/>
              </a:spcAft>
              <a:buNone/>
              <a:defRPr sz="2200">
                <a:solidFill>
                  <a:schemeClr val="dk1"/>
                </a:solidFill>
              </a:defRPr>
            </a:lvl8pPr>
            <a:lvl9pPr lvl="8" algn="ctr">
              <a:spcBef>
                <a:spcPts val="0"/>
              </a:spcBef>
              <a:spcAft>
                <a:spcPts val="0"/>
              </a:spcAft>
              <a:buNone/>
              <a:defRPr sz="22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127" name="Shape 127"/>
        <p:cNvGrpSpPr/>
        <p:nvPr/>
      </p:nvGrpSpPr>
      <p:grpSpPr>
        <a:xfrm>
          <a:off x="0" y="0"/>
          <a:ext cx="0" cy="0"/>
          <a:chOff x="0" y="0"/>
          <a:chExt cx="0" cy="0"/>
        </a:xfrm>
      </p:grpSpPr>
      <p:sp>
        <p:nvSpPr>
          <p:cNvPr id="128" name="Google Shape;128;p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22"/>
          <p:cNvSpPr txBox="1"/>
          <p:nvPr>
            <p:ph idx="2" type="body"/>
          </p:nvPr>
        </p:nvSpPr>
        <p:spPr>
          <a:xfrm>
            <a:off x="361975" y="3231275"/>
            <a:ext cx="1457400" cy="10776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131" name="Google Shape;131;p22"/>
          <p:cNvSpPr txBox="1"/>
          <p:nvPr>
            <p:ph idx="3" type="subTitle"/>
          </p:nvPr>
        </p:nvSpPr>
        <p:spPr>
          <a:xfrm>
            <a:off x="3619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2" name="Google Shape;132;p22"/>
          <p:cNvSpPr txBox="1"/>
          <p:nvPr>
            <p:ph idx="4"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3" name="Google Shape;133;p22"/>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lvl1pPr>
            <a:lvl2pPr lvl="1" algn="ctr">
              <a:spcBef>
                <a:spcPts val="0"/>
              </a:spcBef>
              <a:spcAft>
                <a:spcPts val="0"/>
              </a:spcAft>
              <a:buNone/>
              <a:defRPr sz="2200"/>
            </a:lvl2pPr>
            <a:lvl3pPr lvl="2" algn="ctr">
              <a:spcBef>
                <a:spcPts val="0"/>
              </a:spcBef>
              <a:spcAft>
                <a:spcPts val="0"/>
              </a:spcAft>
              <a:buNone/>
              <a:defRPr sz="2200"/>
            </a:lvl3pPr>
            <a:lvl4pPr lvl="3" algn="ctr">
              <a:spcBef>
                <a:spcPts val="0"/>
              </a:spcBef>
              <a:spcAft>
                <a:spcPts val="0"/>
              </a:spcAft>
              <a:buNone/>
              <a:defRPr sz="2200"/>
            </a:lvl4pPr>
            <a:lvl5pPr lvl="4" algn="ctr">
              <a:spcBef>
                <a:spcPts val="0"/>
              </a:spcBef>
              <a:spcAft>
                <a:spcPts val="0"/>
              </a:spcAft>
              <a:buNone/>
              <a:defRPr sz="2200"/>
            </a:lvl5pPr>
            <a:lvl6pPr lvl="5" algn="ctr">
              <a:spcBef>
                <a:spcPts val="0"/>
              </a:spcBef>
              <a:spcAft>
                <a:spcPts val="0"/>
              </a:spcAft>
              <a:buNone/>
              <a:defRPr sz="2200"/>
            </a:lvl6pPr>
            <a:lvl7pPr lvl="6" algn="ctr">
              <a:spcBef>
                <a:spcPts val="0"/>
              </a:spcBef>
              <a:spcAft>
                <a:spcPts val="0"/>
              </a:spcAft>
              <a:buNone/>
              <a:defRPr sz="2200"/>
            </a:lvl7pPr>
            <a:lvl8pPr lvl="7" algn="ctr">
              <a:spcBef>
                <a:spcPts val="0"/>
              </a:spcBef>
              <a:spcAft>
                <a:spcPts val="0"/>
              </a:spcAft>
              <a:buNone/>
              <a:defRPr sz="2200"/>
            </a:lvl8pPr>
            <a:lvl9pPr lvl="8" algn="ctr">
              <a:spcBef>
                <a:spcPts val="0"/>
              </a:spcBef>
              <a:spcAft>
                <a:spcPts val="0"/>
              </a:spcAft>
              <a:buNone/>
              <a:defRPr sz="2200"/>
            </a:lvl9pPr>
          </a:lstStyle>
          <a:p/>
        </p:txBody>
      </p:sp>
      <p:sp>
        <p:nvSpPr>
          <p:cNvPr id="134" name="Google Shape;134;p22"/>
          <p:cNvSpPr txBox="1"/>
          <p:nvPr>
            <p:ph idx="5" type="subTitle"/>
          </p:nvPr>
        </p:nvSpPr>
        <p:spPr>
          <a:xfrm>
            <a:off x="73192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5" name="Google Shape;135;p22"/>
          <p:cNvSpPr txBox="1"/>
          <p:nvPr>
            <p:ph idx="6" type="body"/>
          </p:nvPr>
        </p:nvSpPr>
        <p:spPr>
          <a:xfrm>
            <a:off x="210130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6" name="Google Shape;136;p22"/>
          <p:cNvSpPr txBox="1"/>
          <p:nvPr>
            <p:ph idx="7" type="body"/>
          </p:nvPr>
        </p:nvSpPr>
        <p:spPr>
          <a:xfrm>
            <a:off x="384062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7" name="Google Shape;137;p22"/>
          <p:cNvSpPr txBox="1"/>
          <p:nvPr>
            <p:ph idx="8" type="body"/>
          </p:nvPr>
        </p:nvSpPr>
        <p:spPr>
          <a:xfrm>
            <a:off x="557995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8" name="Google Shape;138;p22"/>
          <p:cNvSpPr txBox="1"/>
          <p:nvPr>
            <p:ph idx="9" type="subTitle"/>
          </p:nvPr>
        </p:nvSpPr>
        <p:spPr>
          <a:xfrm>
            <a:off x="210130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9" name="Google Shape;139;p22"/>
          <p:cNvSpPr txBox="1"/>
          <p:nvPr>
            <p:ph idx="13" type="subTitle"/>
          </p:nvPr>
        </p:nvSpPr>
        <p:spPr>
          <a:xfrm>
            <a:off x="384062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0" name="Google Shape;140;p22"/>
          <p:cNvSpPr txBox="1"/>
          <p:nvPr>
            <p:ph idx="14" type="subTitle"/>
          </p:nvPr>
        </p:nvSpPr>
        <p:spPr>
          <a:xfrm>
            <a:off x="557995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1" name="Google Shape;141;p22"/>
          <p:cNvSpPr txBox="1"/>
          <p:nvPr>
            <p:ph idx="15" type="body"/>
          </p:nvPr>
        </p:nvSpPr>
        <p:spPr>
          <a:xfrm>
            <a:off x="731927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142" name="Shape 142"/>
        <p:cNvGrpSpPr/>
        <p:nvPr/>
      </p:nvGrpSpPr>
      <p:grpSpPr>
        <a:xfrm>
          <a:off x="0" y="0"/>
          <a:ext cx="0" cy="0"/>
          <a:chOff x="0" y="0"/>
          <a:chExt cx="0" cy="0"/>
        </a:xfrm>
      </p:grpSpPr>
      <p:sp>
        <p:nvSpPr>
          <p:cNvPr id="143" name="Google Shape;143;p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5" name="Google Shape;145;p23"/>
          <p:cNvSpPr txBox="1"/>
          <p:nvPr>
            <p:ph idx="2" type="body"/>
          </p:nvPr>
        </p:nvSpPr>
        <p:spPr>
          <a:xfrm>
            <a:off x="71308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46" name="Google Shape;146;p23"/>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47" name="Google Shape;147;p23"/>
          <p:cNvSpPr txBox="1"/>
          <p:nvPr>
            <p:ph idx="4" type="subTitle"/>
          </p:nvPr>
        </p:nvSpPr>
        <p:spPr>
          <a:xfrm>
            <a:off x="71308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48" name="Google Shape;148;p23"/>
          <p:cNvSpPr txBox="1"/>
          <p:nvPr>
            <p:ph idx="5" type="body"/>
          </p:nvPr>
        </p:nvSpPr>
        <p:spPr>
          <a:xfrm>
            <a:off x="4892138"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49" name="Google Shape;149;p23"/>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0" name="Google Shape;150;p23"/>
          <p:cNvSpPr txBox="1"/>
          <p:nvPr>
            <p:ph idx="7" type="subTitle"/>
          </p:nvPr>
        </p:nvSpPr>
        <p:spPr>
          <a:xfrm>
            <a:off x="4892138"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1" name="Google Shape;151;p23"/>
          <p:cNvSpPr txBox="1"/>
          <p:nvPr>
            <p:ph idx="8" type="body"/>
          </p:nvPr>
        </p:nvSpPr>
        <p:spPr>
          <a:xfrm>
            <a:off x="2607050" y="3628800"/>
            <a:ext cx="1645800" cy="6801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2" name="Google Shape;152;p23"/>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3" name="Google Shape;153;p23"/>
          <p:cNvSpPr txBox="1"/>
          <p:nvPr>
            <p:ph idx="13" type="subTitle"/>
          </p:nvPr>
        </p:nvSpPr>
        <p:spPr>
          <a:xfrm>
            <a:off x="2607050"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4" name="Google Shape;154;p23"/>
          <p:cNvSpPr txBox="1"/>
          <p:nvPr>
            <p:ph idx="14" type="body"/>
          </p:nvPr>
        </p:nvSpPr>
        <p:spPr>
          <a:xfrm>
            <a:off x="3619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5" name="Google Shape;155;p23"/>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6" name="Google Shape;156;p23"/>
          <p:cNvSpPr txBox="1"/>
          <p:nvPr>
            <p:ph idx="16" type="subTitle"/>
          </p:nvPr>
        </p:nvSpPr>
        <p:spPr>
          <a:xfrm>
            <a:off x="3619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7" name="Google Shape;157;p23"/>
          <p:cNvSpPr txBox="1"/>
          <p:nvPr>
            <p:ph idx="17"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58" name="Google Shape;158;p23"/>
          <p:cNvSpPr txBox="1"/>
          <p:nvPr>
            <p:ph type="title"/>
          </p:nvPr>
        </p:nvSpPr>
        <p:spPr>
          <a:xfrm>
            <a:off x="1406600" y="988557"/>
            <a:ext cx="6330900" cy="5877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2200">
                <a:solidFill>
                  <a:schemeClr val="dk1"/>
                </a:solidFill>
              </a:defRPr>
            </a:lvl1pPr>
            <a:lvl2pPr lvl="1" algn="ctr">
              <a:lnSpc>
                <a:spcPct val="90000"/>
              </a:lnSpc>
              <a:spcBef>
                <a:spcPts val="0"/>
              </a:spcBef>
              <a:spcAft>
                <a:spcPts val="0"/>
              </a:spcAft>
              <a:buNone/>
              <a:defRPr sz="2200">
                <a:solidFill>
                  <a:schemeClr val="dk1"/>
                </a:solidFill>
              </a:defRPr>
            </a:lvl2pPr>
            <a:lvl3pPr lvl="2" algn="ctr">
              <a:lnSpc>
                <a:spcPct val="90000"/>
              </a:lnSpc>
              <a:spcBef>
                <a:spcPts val="0"/>
              </a:spcBef>
              <a:spcAft>
                <a:spcPts val="0"/>
              </a:spcAft>
              <a:buNone/>
              <a:defRPr sz="2200">
                <a:solidFill>
                  <a:schemeClr val="dk1"/>
                </a:solidFill>
              </a:defRPr>
            </a:lvl3pPr>
            <a:lvl4pPr lvl="3" algn="ctr">
              <a:lnSpc>
                <a:spcPct val="90000"/>
              </a:lnSpc>
              <a:spcBef>
                <a:spcPts val="0"/>
              </a:spcBef>
              <a:spcAft>
                <a:spcPts val="0"/>
              </a:spcAft>
              <a:buNone/>
              <a:defRPr sz="2200">
                <a:solidFill>
                  <a:schemeClr val="dk1"/>
                </a:solidFill>
              </a:defRPr>
            </a:lvl4pPr>
            <a:lvl5pPr lvl="4" algn="ctr">
              <a:lnSpc>
                <a:spcPct val="90000"/>
              </a:lnSpc>
              <a:spcBef>
                <a:spcPts val="0"/>
              </a:spcBef>
              <a:spcAft>
                <a:spcPts val="0"/>
              </a:spcAft>
              <a:buNone/>
              <a:defRPr sz="2200">
                <a:solidFill>
                  <a:schemeClr val="dk1"/>
                </a:solidFill>
              </a:defRPr>
            </a:lvl5pPr>
            <a:lvl6pPr lvl="5" algn="ctr">
              <a:lnSpc>
                <a:spcPct val="90000"/>
              </a:lnSpc>
              <a:spcBef>
                <a:spcPts val="0"/>
              </a:spcBef>
              <a:spcAft>
                <a:spcPts val="0"/>
              </a:spcAft>
              <a:buNone/>
              <a:defRPr sz="2200">
                <a:solidFill>
                  <a:schemeClr val="dk1"/>
                </a:solidFill>
              </a:defRPr>
            </a:lvl6pPr>
            <a:lvl7pPr lvl="6" algn="ctr">
              <a:lnSpc>
                <a:spcPct val="90000"/>
              </a:lnSpc>
              <a:spcBef>
                <a:spcPts val="0"/>
              </a:spcBef>
              <a:spcAft>
                <a:spcPts val="0"/>
              </a:spcAft>
              <a:buNone/>
              <a:defRPr sz="2200">
                <a:solidFill>
                  <a:schemeClr val="dk1"/>
                </a:solidFill>
              </a:defRPr>
            </a:lvl7pPr>
            <a:lvl8pPr lvl="7" algn="ctr">
              <a:lnSpc>
                <a:spcPct val="90000"/>
              </a:lnSpc>
              <a:spcBef>
                <a:spcPts val="0"/>
              </a:spcBef>
              <a:spcAft>
                <a:spcPts val="0"/>
              </a:spcAft>
              <a:buNone/>
              <a:defRPr sz="2200">
                <a:solidFill>
                  <a:schemeClr val="dk1"/>
                </a:solidFill>
              </a:defRPr>
            </a:lvl8pPr>
            <a:lvl9pPr lvl="8" algn="ctr">
              <a:lnSpc>
                <a:spcPct val="90000"/>
              </a:lnSpc>
              <a:spcBef>
                <a:spcPts val="0"/>
              </a:spcBef>
              <a:spcAft>
                <a:spcPts val="0"/>
              </a:spcAft>
              <a:buNone/>
              <a:defRPr sz="2200">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159" name="Shape 159"/>
        <p:cNvGrpSpPr/>
        <p:nvPr/>
      </p:nvGrpSpPr>
      <p:grpSpPr>
        <a:xfrm>
          <a:off x="0" y="0"/>
          <a:ext cx="0" cy="0"/>
          <a:chOff x="0" y="0"/>
          <a:chExt cx="0" cy="0"/>
        </a:xfrm>
      </p:grpSpPr>
      <p:sp>
        <p:nvSpPr>
          <p:cNvPr id="160" name="Google Shape;160;p24"/>
          <p:cNvSpPr/>
          <p:nvPr>
            <p:ph idx="2" type="pic"/>
          </p:nvPr>
        </p:nvSpPr>
        <p:spPr>
          <a:xfrm>
            <a:off x="4587725" y="-8750"/>
            <a:ext cx="4572000" cy="5152200"/>
          </a:xfrm>
          <a:prstGeom prst="rect">
            <a:avLst/>
          </a:prstGeom>
          <a:noFill/>
          <a:ln>
            <a:noFill/>
          </a:ln>
        </p:spPr>
      </p:sp>
      <p:sp>
        <p:nvSpPr>
          <p:cNvPr id="161" name="Google Shape;161;p24"/>
          <p:cNvSpPr txBox="1"/>
          <p:nvPr>
            <p:ph type="title"/>
          </p:nvPr>
        </p:nvSpPr>
        <p:spPr>
          <a:xfrm>
            <a:off x="361975" y="923525"/>
            <a:ext cx="3860100" cy="5877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p:txBody>
      </p:sp>
      <p:sp>
        <p:nvSpPr>
          <p:cNvPr id="162" name="Google Shape;162;p24"/>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Font typeface="Newsreader"/>
              <a:buNone/>
              <a:defRPr>
                <a:solidFill>
                  <a:schemeClr val="dk1"/>
                </a:solidFill>
              </a:defRPr>
            </a:lvl2pPr>
            <a:lvl3pPr lvl="2">
              <a:spcBef>
                <a:spcPts val="0"/>
              </a:spcBef>
              <a:spcAft>
                <a:spcPts val="0"/>
              </a:spcAft>
              <a:buClr>
                <a:schemeClr val="dk1"/>
              </a:buClr>
              <a:buSzPts val="1400"/>
              <a:buFont typeface="Newsreader"/>
              <a:buNone/>
              <a:defRPr>
                <a:solidFill>
                  <a:schemeClr val="dk1"/>
                </a:solidFill>
              </a:defRPr>
            </a:lvl3pPr>
            <a:lvl4pPr lvl="3">
              <a:spcBef>
                <a:spcPts val="0"/>
              </a:spcBef>
              <a:spcAft>
                <a:spcPts val="0"/>
              </a:spcAft>
              <a:buClr>
                <a:schemeClr val="dk1"/>
              </a:buClr>
              <a:buSzPts val="1400"/>
              <a:buFont typeface="Newsreader"/>
              <a:buNone/>
              <a:defRPr>
                <a:solidFill>
                  <a:schemeClr val="dk1"/>
                </a:solidFill>
              </a:defRPr>
            </a:lvl4pPr>
            <a:lvl5pPr lvl="4">
              <a:spcBef>
                <a:spcPts val="0"/>
              </a:spcBef>
              <a:spcAft>
                <a:spcPts val="0"/>
              </a:spcAft>
              <a:buClr>
                <a:schemeClr val="dk1"/>
              </a:buClr>
              <a:buSzPts val="1400"/>
              <a:buFont typeface="Newsreader"/>
              <a:buNone/>
              <a:defRPr>
                <a:solidFill>
                  <a:schemeClr val="dk1"/>
                </a:solidFill>
              </a:defRPr>
            </a:lvl5pPr>
            <a:lvl6pPr lvl="5">
              <a:spcBef>
                <a:spcPts val="0"/>
              </a:spcBef>
              <a:spcAft>
                <a:spcPts val="0"/>
              </a:spcAft>
              <a:buClr>
                <a:schemeClr val="dk1"/>
              </a:buClr>
              <a:buSzPts val="1400"/>
              <a:buFont typeface="Newsreader"/>
              <a:buNone/>
              <a:defRPr>
                <a:solidFill>
                  <a:schemeClr val="dk1"/>
                </a:solidFill>
              </a:defRPr>
            </a:lvl6pPr>
            <a:lvl7pPr lvl="6">
              <a:spcBef>
                <a:spcPts val="0"/>
              </a:spcBef>
              <a:spcAft>
                <a:spcPts val="0"/>
              </a:spcAft>
              <a:buClr>
                <a:schemeClr val="dk1"/>
              </a:buClr>
              <a:buSzPts val="1400"/>
              <a:buFont typeface="Newsreader"/>
              <a:buNone/>
              <a:defRPr>
                <a:solidFill>
                  <a:schemeClr val="dk1"/>
                </a:solidFill>
              </a:defRPr>
            </a:lvl7pPr>
            <a:lvl8pPr lvl="7">
              <a:spcBef>
                <a:spcPts val="0"/>
              </a:spcBef>
              <a:spcAft>
                <a:spcPts val="0"/>
              </a:spcAft>
              <a:buClr>
                <a:schemeClr val="dk1"/>
              </a:buClr>
              <a:buSzPts val="1400"/>
              <a:buFont typeface="Newsreader"/>
              <a:buNone/>
              <a:defRPr>
                <a:solidFill>
                  <a:schemeClr val="dk1"/>
                </a:solidFill>
              </a:defRPr>
            </a:lvl8pPr>
            <a:lvl9pPr lvl="8">
              <a:spcBef>
                <a:spcPts val="0"/>
              </a:spcBef>
              <a:spcAft>
                <a:spcPts val="0"/>
              </a:spcAft>
              <a:buClr>
                <a:schemeClr val="dk1"/>
              </a:buClr>
              <a:buSzPts val="1400"/>
              <a:buFont typeface="Newsreader"/>
              <a:buNone/>
              <a:defRPr>
                <a:solidFill>
                  <a:schemeClr val="dk1"/>
                </a:solidFill>
              </a:defRPr>
            </a:lvl9pPr>
          </a:lstStyle>
          <a:p/>
        </p:txBody>
      </p:sp>
      <p:sp>
        <p:nvSpPr>
          <p:cNvPr id="163" name="Google Shape;163;p24"/>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164" name="Shape 164"/>
        <p:cNvGrpSpPr/>
        <p:nvPr/>
      </p:nvGrpSpPr>
      <p:grpSpPr>
        <a:xfrm>
          <a:off x="0" y="0"/>
          <a:ext cx="0" cy="0"/>
          <a:chOff x="0" y="0"/>
          <a:chExt cx="0" cy="0"/>
        </a:xfrm>
      </p:grpSpPr>
      <p:sp>
        <p:nvSpPr>
          <p:cNvPr id="165" name="Google Shape;165;p2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2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7" name="Google Shape;167;p25"/>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68" name="Google Shape;168;p25"/>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69" name="Google Shape;169;p25"/>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0" name="Google Shape;170;p25"/>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1" name="Google Shape;171;p25"/>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172" name="Google Shape;172;p25"/>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dk1"/>
                </a:solidFill>
                <a:latin typeface="Newsreader"/>
                <a:ea typeface="Newsreader"/>
                <a:cs typeface="Newsreader"/>
                <a:sym typeface="Newsreader"/>
              </a:rPr>
              <a:t>02</a:t>
            </a:r>
            <a:endParaRPr sz="3000">
              <a:solidFill>
                <a:schemeClr val="dk1"/>
              </a:solidFill>
              <a:latin typeface="Newsreader"/>
              <a:ea typeface="Newsreader"/>
              <a:cs typeface="Newsreader"/>
              <a:sym typeface="Newsreader"/>
            </a:endParaRPr>
          </a:p>
        </p:txBody>
      </p:sp>
      <p:sp>
        <p:nvSpPr>
          <p:cNvPr id="173" name="Google Shape;173;p25"/>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174" name="Google Shape;174;p25"/>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175" name="Google Shape;175;p25"/>
          <p:cNvSpPr txBox="1"/>
          <p:nvPr>
            <p:ph type="title"/>
          </p:nvPr>
        </p:nvSpPr>
        <p:spPr>
          <a:xfrm>
            <a:off x="361975" y="988782"/>
            <a:ext cx="3231600" cy="760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200"/>
              <a:buFont typeface="Newsreader"/>
              <a:buNone/>
              <a:defRPr sz="2200">
                <a:solidFill>
                  <a:schemeClr val="dk1"/>
                </a:solidFill>
              </a:defRPr>
            </a:lvl1pPr>
            <a:lvl2pPr lvl="1">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176" name="Google Shape;176;p25"/>
          <p:cNvSpPr txBox="1"/>
          <p:nvPr>
            <p:ph idx="2" type="subTitle"/>
          </p:nvPr>
        </p:nvSpPr>
        <p:spPr>
          <a:xfrm>
            <a:off x="382691" y="3129231"/>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25"/>
          <p:cNvSpPr txBox="1"/>
          <p:nvPr>
            <p:ph idx="3" type="subTitle"/>
          </p:nvPr>
        </p:nvSpPr>
        <p:spPr>
          <a:xfrm>
            <a:off x="377048" y="3344302"/>
            <a:ext cx="1689600" cy="969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78" name="Google Shape;178;p25"/>
          <p:cNvSpPr txBox="1"/>
          <p:nvPr>
            <p:ph idx="4" type="subTitle"/>
          </p:nvPr>
        </p:nvSpPr>
        <p:spPr>
          <a:xfrm>
            <a:off x="2671462" y="2450249"/>
            <a:ext cx="12573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9" name="Google Shape;179;p25"/>
          <p:cNvSpPr txBox="1"/>
          <p:nvPr>
            <p:ph idx="5" type="subTitle"/>
          </p:nvPr>
        </p:nvSpPr>
        <p:spPr>
          <a:xfrm>
            <a:off x="2665825" y="2665171"/>
            <a:ext cx="1689600" cy="1423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80" name="Google Shape;180;p25"/>
          <p:cNvSpPr txBox="1"/>
          <p:nvPr>
            <p:ph idx="6" type="subTitle"/>
          </p:nvPr>
        </p:nvSpPr>
        <p:spPr>
          <a:xfrm>
            <a:off x="4943337" y="18846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25"/>
          <p:cNvSpPr txBox="1"/>
          <p:nvPr>
            <p:ph idx="7" type="subTitle"/>
          </p:nvPr>
        </p:nvSpPr>
        <p:spPr>
          <a:xfrm>
            <a:off x="4937700" y="2099593"/>
            <a:ext cx="1689600" cy="1620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82" name="Google Shape;182;p25"/>
          <p:cNvSpPr txBox="1"/>
          <p:nvPr>
            <p:ph idx="8" type="subTitle"/>
          </p:nvPr>
        </p:nvSpPr>
        <p:spPr>
          <a:xfrm>
            <a:off x="7238787" y="10574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3" name="Google Shape;183;p25"/>
          <p:cNvSpPr txBox="1"/>
          <p:nvPr>
            <p:ph idx="9" type="subTitle"/>
          </p:nvPr>
        </p:nvSpPr>
        <p:spPr>
          <a:xfrm>
            <a:off x="7233150" y="1272358"/>
            <a:ext cx="1689600" cy="2196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84" name="Shape 184"/>
        <p:cNvGrpSpPr/>
        <p:nvPr/>
      </p:nvGrpSpPr>
      <p:grpSpPr>
        <a:xfrm>
          <a:off x="0" y="0"/>
          <a:ext cx="0" cy="0"/>
          <a:chOff x="0" y="0"/>
          <a:chExt cx="0" cy="0"/>
        </a:xfrm>
      </p:grpSpPr>
      <p:sp>
        <p:nvSpPr>
          <p:cNvPr id="185" name="Google Shape;185;p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6" name="Google Shape;186;p2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p26"/>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lvl1pPr>
            <a:lvl2pPr lvl="1">
              <a:spcBef>
                <a:spcPts val="0"/>
              </a:spcBef>
              <a:spcAft>
                <a:spcPts val="0"/>
              </a:spcAft>
              <a:buNone/>
              <a:defRPr sz="2500"/>
            </a:lvl2pPr>
            <a:lvl3pPr lvl="2">
              <a:spcBef>
                <a:spcPts val="0"/>
              </a:spcBef>
              <a:spcAft>
                <a:spcPts val="0"/>
              </a:spcAft>
              <a:buNone/>
              <a:defRPr sz="2500"/>
            </a:lvl3pPr>
            <a:lvl4pPr lvl="3">
              <a:spcBef>
                <a:spcPts val="0"/>
              </a:spcBef>
              <a:spcAft>
                <a:spcPts val="0"/>
              </a:spcAft>
              <a:buNone/>
              <a:defRPr sz="2500"/>
            </a:lvl4pPr>
            <a:lvl5pPr lvl="4">
              <a:spcBef>
                <a:spcPts val="0"/>
              </a:spcBef>
              <a:spcAft>
                <a:spcPts val="0"/>
              </a:spcAft>
              <a:buNone/>
              <a:defRPr sz="2500"/>
            </a:lvl5pPr>
            <a:lvl6pPr lvl="5">
              <a:spcBef>
                <a:spcPts val="0"/>
              </a:spcBef>
              <a:spcAft>
                <a:spcPts val="0"/>
              </a:spcAft>
              <a:buNone/>
              <a:defRPr sz="2500"/>
            </a:lvl6pPr>
            <a:lvl7pPr lvl="6">
              <a:spcBef>
                <a:spcPts val="0"/>
              </a:spcBef>
              <a:spcAft>
                <a:spcPts val="0"/>
              </a:spcAft>
              <a:buNone/>
              <a:defRPr sz="2500"/>
            </a:lvl7pPr>
            <a:lvl8pPr lvl="7">
              <a:spcBef>
                <a:spcPts val="0"/>
              </a:spcBef>
              <a:spcAft>
                <a:spcPts val="0"/>
              </a:spcAft>
              <a:buNone/>
              <a:defRPr sz="2500"/>
            </a:lvl8pPr>
            <a:lvl9pPr lvl="8">
              <a:spcBef>
                <a:spcPts val="0"/>
              </a:spcBef>
              <a:spcAft>
                <a:spcPts val="0"/>
              </a:spcAft>
              <a:buNone/>
              <a:defRPr sz="2500"/>
            </a:lvl9pPr>
          </a:lstStyle>
          <a:p/>
        </p:txBody>
      </p:sp>
      <p:sp>
        <p:nvSpPr>
          <p:cNvPr id="188" name="Google Shape;188;p26"/>
          <p:cNvSpPr/>
          <p:nvPr>
            <p:ph idx="2" type="pic"/>
          </p:nvPr>
        </p:nvSpPr>
        <p:spPr>
          <a:xfrm>
            <a:off x="1442350" y="3492500"/>
            <a:ext cx="408900" cy="408900"/>
          </a:xfrm>
          <a:prstGeom prst="ellipse">
            <a:avLst/>
          </a:prstGeom>
          <a:noFill/>
          <a:ln>
            <a:noFill/>
          </a:ln>
        </p:spPr>
      </p:sp>
      <p:sp>
        <p:nvSpPr>
          <p:cNvPr id="189" name="Google Shape;189;p26"/>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190" name="Google Shape;190;p26"/>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191" name="Shape 191"/>
        <p:cNvGrpSpPr/>
        <p:nvPr/>
      </p:nvGrpSpPr>
      <p:grpSpPr>
        <a:xfrm>
          <a:off x="0" y="0"/>
          <a:ext cx="0" cy="0"/>
          <a:chOff x="0" y="0"/>
          <a:chExt cx="0" cy="0"/>
        </a:xfrm>
      </p:grpSpPr>
      <p:sp>
        <p:nvSpPr>
          <p:cNvPr id="192" name="Google Shape;192;p2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3" name="Google Shape;193;p2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94" name="Google Shape;194;p27"/>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solidFill>
                  <a:schemeClr val="dk1"/>
                </a:solidFill>
              </a:defRPr>
            </a:lvl1pPr>
            <a:lvl2pPr lvl="1">
              <a:spcBef>
                <a:spcPts val="0"/>
              </a:spcBef>
              <a:spcAft>
                <a:spcPts val="0"/>
              </a:spcAft>
              <a:buNone/>
              <a:defRPr sz="2500">
                <a:solidFill>
                  <a:schemeClr val="dk1"/>
                </a:solidFill>
              </a:defRPr>
            </a:lvl2pPr>
            <a:lvl3pPr lvl="2">
              <a:spcBef>
                <a:spcPts val="0"/>
              </a:spcBef>
              <a:spcAft>
                <a:spcPts val="0"/>
              </a:spcAft>
              <a:buNone/>
              <a:defRPr sz="2500">
                <a:solidFill>
                  <a:schemeClr val="dk1"/>
                </a:solidFill>
              </a:defRPr>
            </a:lvl3pPr>
            <a:lvl4pPr lvl="3">
              <a:spcBef>
                <a:spcPts val="0"/>
              </a:spcBef>
              <a:spcAft>
                <a:spcPts val="0"/>
              </a:spcAft>
              <a:buNone/>
              <a:defRPr sz="2500">
                <a:solidFill>
                  <a:schemeClr val="dk1"/>
                </a:solidFill>
              </a:defRPr>
            </a:lvl4pPr>
            <a:lvl5pPr lvl="4">
              <a:spcBef>
                <a:spcPts val="0"/>
              </a:spcBef>
              <a:spcAft>
                <a:spcPts val="0"/>
              </a:spcAft>
              <a:buNone/>
              <a:defRPr sz="2500">
                <a:solidFill>
                  <a:schemeClr val="dk1"/>
                </a:solidFill>
              </a:defRPr>
            </a:lvl5pPr>
            <a:lvl6pPr lvl="5">
              <a:spcBef>
                <a:spcPts val="0"/>
              </a:spcBef>
              <a:spcAft>
                <a:spcPts val="0"/>
              </a:spcAft>
              <a:buNone/>
              <a:defRPr sz="2500">
                <a:solidFill>
                  <a:schemeClr val="dk1"/>
                </a:solidFill>
              </a:defRPr>
            </a:lvl6pPr>
            <a:lvl7pPr lvl="6">
              <a:spcBef>
                <a:spcPts val="0"/>
              </a:spcBef>
              <a:spcAft>
                <a:spcPts val="0"/>
              </a:spcAft>
              <a:buNone/>
              <a:defRPr sz="2500">
                <a:solidFill>
                  <a:schemeClr val="dk1"/>
                </a:solidFill>
              </a:defRPr>
            </a:lvl7pPr>
            <a:lvl8pPr lvl="7">
              <a:spcBef>
                <a:spcPts val="0"/>
              </a:spcBef>
              <a:spcAft>
                <a:spcPts val="0"/>
              </a:spcAft>
              <a:buNone/>
              <a:defRPr sz="2500">
                <a:solidFill>
                  <a:schemeClr val="dk1"/>
                </a:solidFill>
              </a:defRPr>
            </a:lvl8pPr>
            <a:lvl9pPr lvl="8">
              <a:spcBef>
                <a:spcPts val="0"/>
              </a:spcBef>
              <a:spcAft>
                <a:spcPts val="0"/>
              </a:spcAft>
              <a:buNone/>
              <a:defRPr sz="2500">
                <a:solidFill>
                  <a:schemeClr val="dk1"/>
                </a:solidFill>
              </a:defRPr>
            </a:lvl9pPr>
          </a:lstStyle>
          <a:p/>
        </p:txBody>
      </p:sp>
      <p:sp>
        <p:nvSpPr>
          <p:cNvPr id="195" name="Google Shape;195;p27"/>
          <p:cNvSpPr/>
          <p:nvPr>
            <p:ph idx="2" type="pic"/>
          </p:nvPr>
        </p:nvSpPr>
        <p:spPr>
          <a:xfrm>
            <a:off x="1442350" y="3492500"/>
            <a:ext cx="408900" cy="408900"/>
          </a:xfrm>
          <a:prstGeom prst="ellipse">
            <a:avLst/>
          </a:prstGeom>
          <a:noFill/>
          <a:ln>
            <a:noFill/>
          </a:ln>
        </p:spPr>
      </p:sp>
      <p:sp>
        <p:nvSpPr>
          <p:cNvPr id="196" name="Google Shape;196;p27"/>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197" name="Google Shape;197;p27"/>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198" name="Shape 198"/>
        <p:cNvGrpSpPr/>
        <p:nvPr/>
      </p:nvGrpSpPr>
      <p:grpSpPr>
        <a:xfrm>
          <a:off x="0" y="0"/>
          <a:ext cx="0" cy="0"/>
          <a:chOff x="0" y="0"/>
          <a:chExt cx="0" cy="0"/>
        </a:xfrm>
      </p:grpSpPr>
      <p:sp>
        <p:nvSpPr>
          <p:cNvPr id="199" name="Google Shape;199;p2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0" name="Google Shape;200;p2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1" name="Google Shape;201;p28"/>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2" name="Google Shape;202;p28"/>
          <p:cNvSpPr txBox="1"/>
          <p:nvPr>
            <p:ph idx="3" type="body"/>
          </p:nvPr>
        </p:nvSpPr>
        <p:spPr>
          <a:xfrm>
            <a:off x="361975" y="3256513"/>
            <a:ext cx="3860100" cy="13275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203" name="Google Shape;203;p28"/>
          <p:cNvSpPr txBox="1"/>
          <p:nvPr>
            <p:ph idx="4" type="title"/>
          </p:nvPr>
        </p:nvSpPr>
        <p:spPr>
          <a:xfrm>
            <a:off x="48008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04" name="Google Shape;204;p28"/>
          <p:cNvSpPr txBox="1"/>
          <p:nvPr>
            <p:ph idx="5" type="title"/>
          </p:nvPr>
        </p:nvSpPr>
        <p:spPr>
          <a:xfrm>
            <a:off x="70949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5" name="Google Shape;205;p28"/>
          <p:cNvSpPr txBox="1"/>
          <p:nvPr>
            <p:ph idx="6" type="title"/>
          </p:nvPr>
        </p:nvSpPr>
        <p:spPr>
          <a:xfrm>
            <a:off x="4800825" y="1698225"/>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6" name="Google Shape;206;p28"/>
          <p:cNvSpPr txBox="1"/>
          <p:nvPr>
            <p:ph idx="7" type="body"/>
          </p:nvPr>
        </p:nvSpPr>
        <p:spPr>
          <a:xfrm>
            <a:off x="4800825" y="4122308"/>
            <a:ext cx="39759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07" name="Google Shape;207;p28"/>
          <p:cNvSpPr txBox="1"/>
          <p:nvPr>
            <p:ph idx="8" type="title"/>
          </p:nvPr>
        </p:nvSpPr>
        <p:spPr>
          <a:xfrm>
            <a:off x="4800825" y="3215225"/>
            <a:ext cx="3975900" cy="798900"/>
          </a:xfrm>
          <a:prstGeom prst="rect">
            <a:avLst/>
          </a:prstGeom>
        </p:spPr>
        <p:txBody>
          <a:bodyPr anchorCtr="0" anchor="t" bIns="0" lIns="0" spcFirstLastPara="1" rIns="0" wrap="square" tIns="0">
            <a:noAutofit/>
          </a:bodyPr>
          <a:lstStyle>
            <a:lvl1pPr lvl="0">
              <a:spcBef>
                <a:spcPts val="0"/>
              </a:spcBef>
              <a:spcAft>
                <a:spcPts val="0"/>
              </a:spcAft>
              <a:buNone/>
              <a:defRPr sz="6200"/>
            </a:lvl1pPr>
            <a:lvl2pPr lvl="1">
              <a:spcBef>
                <a:spcPts val="0"/>
              </a:spcBef>
              <a:spcAft>
                <a:spcPts val="0"/>
              </a:spcAft>
              <a:buNone/>
              <a:defRPr sz="2200">
                <a:solidFill>
                  <a:schemeClr val="dk1"/>
                </a:solidFill>
              </a:defRPr>
            </a:lvl2pPr>
            <a:lvl3pPr lvl="2">
              <a:spcBef>
                <a:spcPts val="0"/>
              </a:spcBef>
              <a:spcAft>
                <a:spcPts val="0"/>
              </a:spcAft>
              <a:buNone/>
              <a:defRPr sz="2200">
                <a:solidFill>
                  <a:schemeClr val="dk1"/>
                </a:solidFill>
              </a:defRPr>
            </a:lvl3pPr>
            <a:lvl4pPr lvl="3">
              <a:spcBef>
                <a:spcPts val="0"/>
              </a:spcBef>
              <a:spcAft>
                <a:spcPts val="0"/>
              </a:spcAft>
              <a:buNone/>
              <a:defRPr sz="2200">
                <a:solidFill>
                  <a:schemeClr val="dk1"/>
                </a:solidFill>
              </a:defRPr>
            </a:lvl4pPr>
            <a:lvl5pPr lvl="4">
              <a:spcBef>
                <a:spcPts val="0"/>
              </a:spcBef>
              <a:spcAft>
                <a:spcPts val="0"/>
              </a:spcAft>
              <a:buNone/>
              <a:defRPr sz="2200">
                <a:solidFill>
                  <a:schemeClr val="dk1"/>
                </a:solidFill>
              </a:defRPr>
            </a:lvl5pPr>
            <a:lvl6pPr lvl="5">
              <a:spcBef>
                <a:spcPts val="0"/>
              </a:spcBef>
              <a:spcAft>
                <a:spcPts val="0"/>
              </a:spcAft>
              <a:buNone/>
              <a:defRPr sz="2200">
                <a:solidFill>
                  <a:schemeClr val="dk1"/>
                </a:solidFill>
              </a:defRPr>
            </a:lvl6pPr>
            <a:lvl7pPr lvl="6">
              <a:spcBef>
                <a:spcPts val="0"/>
              </a:spcBef>
              <a:spcAft>
                <a:spcPts val="0"/>
              </a:spcAft>
              <a:buNone/>
              <a:defRPr sz="2200">
                <a:solidFill>
                  <a:schemeClr val="dk1"/>
                </a:solidFill>
              </a:defRPr>
            </a:lvl7pPr>
            <a:lvl8pPr lvl="7">
              <a:spcBef>
                <a:spcPts val="0"/>
              </a:spcBef>
              <a:spcAft>
                <a:spcPts val="0"/>
              </a:spcAft>
              <a:buNone/>
              <a:defRPr sz="2200">
                <a:solidFill>
                  <a:schemeClr val="dk1"/>
                </a:solidFill>
              </a:defRPr>
            </a:lvl8pPr>
            <a:lvl9pPr lvl="8">
              <a:spcBef>
                <a:spcPts val="0"/>
              </a:spcBef>
              <a:spcAft>
                <a:spcPts val="0"/>
              </a:spcAft>
              <a:buNone/>
              <a:defRPr sz="2200">
                <a:solidFill>
                  <a:schemeClr val="dk1"/>
                </a:solidFill>
              </a:defRPr>
            </a:lvl9pPr>
          </a:lstStyle>
          <a:p/>
        </p:txBody>
      </p:sp>
      <p:sp>
        <p:nvSpPr>
          <p:cNvPr id="208" name="Google Shape;208;p28"/>
          <p:cNvSpPr txBox="1"/>
          <p:nvPr>
            <p:ph idx="9" type="body"/>
          </p:nvPr>
        </p:nvSpPr>
        <p:spPr>
          <a:xfrm>
            <a:off x="4800825"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09" name="Google Shape;209;p28"/>
          <p:cNvSpPr txBox="1"/>
          <p:nvPr>
            <p:ph idx="13" type="body"/>
          </p:nvPr>
        </p:nvSpPr>
        <p:spPr>
          <a:xfrm>
            <a:off x="7115650"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0" name="Google Shape;210;p28"/>
          <p:cNvSpPr txBox="1"/>
          <p:nvPr>
            <p:ph idx="14" type="body"/>
          </p:nvPr>
        </p:nvSpPr>
        <p:spPr>
          <a:xfrm>
            <a:off x="4800825" y="8601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211" name="Shape 211"/>
        <p:cNvGrpSpPr/>
        <p:nvPr/>
      </p:nvGrpSpPr>
      <p:grpSpPr>
        <a:xfrm>
          <a:off x="0" y="0"/>
          <a:ext cx="0" cy="0"/>
          <a:chOff x="0" y="0"/>
          <a:chExt cx="0" cy="0"/>
        </a:xfrm>
      </p:grpSpPr>
      <p:sp>
        <p:nvSpPr>
          <p:cNvPr id="212" name="Google Shape;212;p2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3" name="Google Shape;213;p2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14" name="Google Shape;214;p29"/>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5" name="Google Shape;215;p29"/>
          <p:cNvSpPr txBox="1"/>
          <p:nvPr>
            <p:ph idx="3" type="body"/>
          </p:nvPr>
        </p:nvSpPr>
        <p:spPr>
          <a:xfrm>
            <a:off x="4800825" y="3665600"/>
            <a:ext cx="39759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6" name="Google Shape;216;p29"/>
          <p:cNvSpPr txBox="1"/>
          <p:nvPr>
            <p:ph idx="4" type="subTitle"/>
          </p:nvPr>
        </p:nvSpPr>
        <p:spPr>
          <a:xfrm>
            <a:off x="4800825" y="3285232"/>
            <a:ext cx="39759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17" name="Google Shape;217;p29"/>
          <p:cNvSpPr txBox="1"/>
          <p:nvPr>
            <p:ph idx="5" type="body"/>
          </p:nvPr>
        </p:nvSpPr>
        <p:spPr>
          <a:xfrm>
            <a:off x="2611802" y="3665600"/>
            <a:ext cx="1627500" cy="1114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218" name="Google Shape;218;p29"/>
          <p:cNvSpPr txBox="1"/>
          <p:nvPr>
            <p:ph idx="6" type="subTitle"/>
          </p:nvPr>
        </p:nvSpPr>
        <p:spPr>
          <a:xfrm>
            <a:off x="2611802" y="3285232"/>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19" name="Google Shape;219;p29"/>
          <p:cNvSpPr txBox="1"/>
          <p:nvPr>
            <p:ph idx="7" type="body"/>
          </p:nvPr>
        </p:nvSpPr>
        <p:spPr>
          <a:xfrm>
            <a:off x="361977" y="3665600"/>
            <a:ext cx="16275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0" name="Google Shape;220;p29"/>
          <p:cNvSpPr txBox="1"/>
          <p:nvPr>
            <p:ph idx="8" type="subTitle"/>
          </p:nvPr>
        </p:nvSpPr>
        <p:spPr>
          <a:xfrm>
            <a:off x="361977" y="3285232"/>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1" name="Google Shape;221;p29"/>
          <p:cNvSpPr txBox="1"/>
          <p:nvPr>
            <p:ph idx="9" type="body"/>
          </p:nvPr>
        </p:nvSpPr>
        <p:spPr>
          <a:xfrm>
            <a:off x="490072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2" name="Google Shape;222;p29"/>
          <p:cNvSpPr txBox="1"/>
          <p:nvPr>
            <p:ph idx="13" type="subTitle"/>
          </p:nvPr>
        </p:nvSpPr>
        <p:spPr>
          <a:xfrm>
            <a:off x="4900725" y="706863"/>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3" name="Google Shape;223;p29"/>
          <p:cNvSpPr txBox="1"/>
          <p:nvPr>
            <p:ph idx="14" type="body"/>
          </p:nvPr>
        </p:nvSpPr>
        <p:spPr>
          <a:xfrm>
            <a:off x="714917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24" name="Google Shape;224;p29"/>
          <p:cNvSpPr txBox="1"/>
          <p:nvPr>
            <p:ph idx="15" type="subTitle"/>
          </p:nvPr>
        </p:nvSpPr>
        <p:spPr>
          <a:xfrm>
            <a:off x="7149175" y="706863"/>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25" name="Google Shape;225;p2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226" name="Shape 226"/>
        <p:cNvGrpSpPr/>
        <p:nvPr/>
      </p:nvGrpSpPr>
      <p:grpSpPr>
        <a:xfrm>
          <a:off x="0" y="0"/>
          <a:ext cx="0" cy="0"/>
          <a:chOff x="0" y="0"/>
          <a:chExt cx="0" cy="0"/>
        </a:xfrm>
      </p:grpSpPr>
      <p:sp>
        <p:nvSpPr>
          <p:cNvPr id="227" name="Google Shape;227;p3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8" name="Google Shape;228;p30"/>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9" name="Google Shape;229;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0" name="Google Shape;230;p30"/>
          <p:cNvSpPr txBox="1"/>
          <p:nvPr>
            <p:ph type="title"/>
          </p:nvPr>
        </p:nvSpPr>
        <p:spPr>
          <a:xfrm>
            <a:off x="5796575" y="2351325"/>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solidFill>
                  <a:schemeClr val="dk1"/>
                </a:solidFill>
              </a:defRPr>
            </a:lvl1pPr>
            <a:lvl2pPr lvl="1">
              <a:lnSpc>
                <a:spcPct val="90000"/>
              </a:lnSpc>
              <a:spcBef>
                <a:spcPts val="0"/>
              </a:spcBef>
              <a:spcAft>
                <a:spcPts val="0"/>
              </a:spcAft>
              <a:buNone/>
              <a:defRPr sz="6200">
                <a:solidFill>
                  <a:schemeClr val="dk1"/>
                </a:solidFill>
              </a:defRPr>
            </a:lvl2pPr>
            <a:lvl3pPr lvl="2">
              <a:lnSpc>
                <a:spcPct val="90000"/>
              </a:lnSpc>
              <a:spcBef>
                <a:spcPts val="0"/>
              </a:spcBef>
              <a:spcAft>
                <a:spcPts val="0"/>
              </a:spcAft>
              <a:buNone/>
              <a:defRPr sz="6200">
                <a:solidFill>
                  <a:schemeClr val="dk1"/>
                </a:solidFill>
              </a:defRPr>
            </a:lvl3pPr>
            <a:lvl4pPr lvl="3">
              <a:lnSpc>
                <a:spcPct val="90000"/>
              </a:lnSpc>
              <a:spcBef>
                <a:spcPts val="0"/>
              </a:spcBef>
              <a:spcAft>
                <a:spcPts val="0"/>
              </a:spcAft>
              <a:buNone/>
              <a:defRPr sz="6200">
                <a:solidFill>
                  <a:schemeClr val="dk1"/>
                </a:solidFill>
              </a:defRPr>
            </a:lvl4pPr>
            <a:lvl5pPr lvl="4">
              <a:lnSpc>
                <a:spcPct val="90000"/>
              </a:lnSpc>
              <a:spcBef>
                <a:spcPts val="0"/>
              </a:spcBef>
              <a:spcAft>
                <a:spcPts val="0"/>
              </a:spcAft>
              <a:buNone/>
              <a:defRPr sz="6200">
                <a:solidFill>
                  <a:schemeClr val="dk1"/>
                </a:solidFill>
              </a:defRPr>
            </a:lvl5pPr>
            <a:lvl6pPr lvl="5">
              <a:lnSpc>
                <a:spcPct val="90000"/>
              </a:lnSpc>
              <a:spcBef>
                <a:spcPts val="0"/>
              </a:spcBef>
              <a:spcAft>
                <a:spcPts val="0"/>
              </a:spcAft>
              <a:buNone/>
              <a:defRPr sz="6200">
                <a:solidFill>
                  <a:schemeClr val="dk1"/>
                </a:solidFill>
              </a:defRPr>
            </a:lvl6pPr>
            <a:lvl7pPr lvl="6">
              <a:lnSpc>
                <a:spcPct val="90000"/>
              </a:lnSpc>
              <a:spcBef>
                <a:spcPts val="0"/>
              </a:spcBef>
              <a:spcAft>
                <a:spcPts val="0"/>
              </a:spcAft>
              <a:buNone/>
              <a:defRPr sz="6200">
                <a:solidFill>
                  <a:schemeClr val="dk1"/>
                </a:solidFill>
              </a:defRPr>
            </a:lvl7pPr>
            <a:lvl8pPr lvl="7">
              <a:lnSpc>
                <a:spcPct val="90000"/>
              </a:lnSpc>
              <a:spcBef>
                <a:spcPts val="0"/>
              </a:spcBef>
              <a:spcAft>
                <a:spcPts val="0"/>
              </a:spcAft>
              <a:buNone/>
              <a:defRPr sz="6200">
                <a:solidFill>
                  <a:schemeClr val="dk1"/>
                </a:solidFill>
              </a:defRPr>
            </a:lvl8pPr>
            <a:lvl9pPr lvl="8">
              <a:lnSpc>
                <a:spcPct val="90000"/>
              </a:lnSpc>
              <a:spcBef>
                <a:spcPts val="0"/>
              </a:spcBef>
              <a:spcAft>
                <a:spcPts val="0"/>
              </a:spcAft>
              <a:buNone/>
              <a:defRPr sz="6200">
                <a:solidFill>
                  <a:schemeClr val="dk1"/>
                </a:solidFill>
              </a:defRPr>
            </a:lvl9pPr>
          </a:lstStyle>
          <a:p/>
        </p:txBody>
      </p:sp>
      <p:sp>
        <p:nvSpPr>
          <p:cNvPr id="231" name="Google Shape;231;p30"/>
          <p:cNvSpPr txBox="1"/>
          <p:nvPr>
            <p:ph idx="3" type="title"/>
          </p:nvPr>
        </p:nvSpPr>
        <p:spPr>
          <a:xfrm>
            <a:off x="5796575" y="507450"/>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lvl1pPr>
            <a:lvl2pPr lvl="1">
              <a:lnSpc>
                <a:spcPct val="90000"/>
              </a:lnSpc>
              <a:spcBef>
                <a:spcPts val="0"/>
              </a:spcBef>
              <a:spcAft>
                <a:spcPts val="0"/>
              </a:spcAft>
              <a:buNone/>
              <a:defRPr sz="6200"/>
            </a:lvl2pPr>
            <a:lvl3pPr lvl="2">
              <a:lnSpc>
                <a:spcPct val="90000"/>
              </a:lnSpc>
              <a:spcBef>
                <a:spcPts val="0"/>
              </a:spcBef>
              <a:spcAft>
                <a:spcPts val="0"/>
              </a:spcAft>
              <a:buNone/>
              <a:defRPr sz="6200"/>
            </a:lvl3pPr>
            <a:lvl4pPr lvl="3">
              <a:lnSpc>
                <a:spcPct val="90000"/>
              </a:lnSpc>
              <a:spcBef>
                <a:spcPts val="0"/>
              </a:spcBef>
              <a:spcAft>
                <a:spcPts val="0"/>
              </a:spcAft>
              <a:buNone/>
              <a:defRPr sz="6200"/>
            </a:lvl4pPr>
            <a:lvl5pPr lvl="4">
              <a:lnSpc>
                <a:spcPct val="90000"/>
              </a:lnSpc>
              <a:spcBef>
                <a:spcPts val="0"/>
              </a:spcBef>
              <a:spcAft>
                <a:spcPts val="0"/>
              </a:spcAft>
              <a:buNone/>
              <a:defRPr sz="6200"/>
            </a:lvl5pPr>
            <a:lvl6pPr lvl="5">
              <a:lnSpc>
                <a:spcPct val="90000"/>
              </a:lnSpc>
              <a:spcBef>
                <a:spcPts val="0"/>
              </a:spcBef>
              <a:spcAft>
                <a:spcPts val="0"/>
              </a:spcAft>
              <a:buNone/>
              <a:defRPr sz="6200"/>
            </a:lvl6pPr>
            <a:lvl7pPr lvl="6">
              <a:lnSpc>
                <a:spcPct val="90000"/>
              </a:lnSpc>
              <a:spcBef>
                <a:spcPts val="0"/>
              </a:spcBef>
              <a:spcAft>
                <a:spcPts val="0"/>
              </a:spcAft>
              <a:buNone/>
              <a:defRPr sz="6200"/>
            </a:lvl7pPr>
            <a:lvl8pPr lvl="7">
              <a:lnSpc>
                <a:spcPct val="90000"/>
              </a:lnSpc>
              <a:spcBef>
                <a:spcPts val="0"/>
              </a:spcBef>
              <a:spcAft>
                <a:spcPts val="0"/>
              </a:spcAft>
              <a:buNone/>
              <a:defRPr sz="6200"/>
            </a:lvl8pPr>
            <a:lvl9pPr lvl="8">
              <a:lnSpc>
                <a:spcPct val="90000"/>
              </a:lnSpc>
              <a:spcBef>
                <a:spcPts val="0"/>
              </a:spcBef>
              <a:spcAft>
                <a:spcPts val="0"/>
              </a:spcAft>
              <a:buNone/>
              <a:defRPr sz="6200"/>
            </a:lvl9pPr>
          </a:lstStyle>
          <a:p/>
        </p:txBody>
      </p:sp>
      <p:sp>
        <p:nvSpPr>
          <p:cNvPr id="232" name="Google Shape;232;p30"/>
          <p:cNvSpPr txBox="1"/>
          <p:nvPr>
            <p:ph idx="4" type="subTitle"/>
          </p:nvPr>
        </p:nvSpPr>
        <p:spPr>
          <a:xfrm>
            <a:off x="5712600" y="4290612"/>
            <a:ext cx="2613300" cy="5439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33" name="Google Shape;233;p30"/>
          <p:cNvSpPr txBox="1"/>
          <p:nvPr>
            <p:ph idx="5" type="subTitle"/>
          </p:nvPr>
        </p:nvSpPr>
        <p:spPr>
          <a:xfrm>
            <a:off x="5712600" y="3243901"/>
            <a:ext cx="2613300" cy="4323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34" name="Google Shape;234;p30"/>
          <p:cNvSpPr txBox="1"/>
          <p:nvPr>
            <p:ph idx="6" type="subTitle"/>
          </p:nvPr>
        </p:nvSpPr>
        <p:spPr>
          <a:xfrm>
            <a:off x="5712600" y="1318375"/>
            <a:ext cx="2613300" cy="4830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235" name="Shape 235"/>
        <p:cNvGrpSpPr/>
        <p:nvPr/>
      </p:nvGrpSpPr>
      <p:grpSpPr>
        <a:xfrm>
          <a:off x="0" y="0"/>
          <a:ext cx="0" cy="0"/>
          <a:chOff x="0" y="0"/>
          <a:chExt cx="0" cy="0"/>
        </a:xfrm>
      </p:grpSpPr>
      <p:sp>
        <p:nvSpPr>
          <p:cNvPr id="236" name="Google Shape;236;p3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31"/>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 name="Google Shape;238;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9" name="Google Shape;239;p31"/>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240" name="Shape 240"/>
        <p:cNvGrpSpPr/>
        <p:nvPr/>
      </p:nvGrpSpPr>
      <p:grpSpPr>
        <a:xfrm>
          <a:off x="0" y="0"/>
          <a:ext cx="0" cy="0"/>
          <a:chOff x="0" y="0"/>
          <a:chExt cx="0" cy="0"/>
        </a:xfrm>
      </p:grpSpPr>
      <p:sp>
        <p:nvSpPr>
          <p:cNvPr id="241" name="Google Shape;241;p32"/>
          <p:cNvSpPr/>
          <p:nvPr>
            <p:ph idx="2" type="pic"/>
          </p:nvPr>
        </p:nvSpPr>
        <p:spPr>
          <a:xfrm>
            <a:off x="6289075" y="1793300"/>
            <a:ext cx="2853300" cy="3350400"/>
          </a:xfrm>
          <a:prstGeom prst="rect">
            <a:avLst/>
          </a:prstGeom>
          <a:noFill/>
          <a:ln>
            <a:noFill/>
          </a:ln>
        </p:spPr>
      </p:sp>
      <p:sp>
        <p:nvSpPr>
          <p:cNvPr id="242" name="Google Shape;242;p32"/>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243" name="Google Shape;243;p32"/>
          <p:cNvSpPr txBox="1"/>
          <p:nvPr>
            <p:ph type="title"/>
          </p:nvPr>
        </p:nvSpPr>
        <p:spPr>
          <a:xfrm>
            <a:off x="361975" y="988550"/>
            <a:ext cx="5356800" cy="2255400"/>
          </a:xfrm>
          <a:prstGeom prst="rect">
            <a:avLst/>
          </a:prstGeom>
        </p:spPr>
        <p:txBody>
          <a:bodyPr anchorCtr="0" anchor="t" bIns="0" lIns="0" spcFirstLastPara="1" rIns="0" wrap="square" tIns="0">
            <a:noAutofit/>
          </a:bodyPr>
          <a:lstStyle>
            <a:lvl1pPr lvl="0">
              <a:spcBef>
                <a:spcPts val="0"/>
              </a:spcBef>
              <a:spcAft>
                <a:spcPts val="0"/>
              </a:spcAft>
              <a:buNone/>
              <a:defRPr sz="2200"/>
            </a:lvl1pPr>
            <a:lvl2pPr lvl="1">
              <a:spcBef>
                <a:spcPts val="0"/>
              </a:spcBef>
              <a:spcAft>
                <a:spcPts val="0"/>
              </a:spcAft>
              <a:buNone/>
              <a:defRPr sz="2200"/>
            </a:lvl2pPr>
            <a:lvl3pPr lvl="2">
              <a:spcBef>
                <a:spcPts val="0"/>
              </a:spcBef>
              <a:spcAft>
                <a:spcPts val="0"/>
              </a:spcAft>
              <a:buNone/>
              <a:defRPr sz="2200"/>
            </a:lvl3pPr>
            <a:lvl4pPr lvl="3">
              <a:spcBef>
                <a:spcPts val="0"/>
              </a:spcBef>
              <a:spcAft>
                <a:spcPts val="0"/>
              </a:spcAft>
              <a:buNone/>
              <a:defRPr sz="2200"/>
            </a:lvl4pPr>
            <a:lvl5pPr lvl="4">
              <a:spcBef>
                <a:spcPts val="0"/>
              </a:spcBef>
              <a:spcAft>
                <a:spcPts val="0"/>
              </a:spcAft>
              <a:buNone/>
              <a:defRPr sz="2200"/>
            </a:lvl5pPr>
            <a:lvl6pPr lvl="5">
              <a:spcBef>
                <a:spcPts val="0"/>
              </a:spcBef>
              <a:spcAft>
                <a:spcPts val="0"/>
              </a:spcAft>
              <a:buNone/>
              <a:defRPr sz="2200"/>
            </a:lvl6pPr>
            <a:lvl7pPr lvl="6">
              <a:spcBef>
                <a:spcPts val="0"/>
              </a:spcBef>
              <a:spcAft>
                <a:spcPts val="0"/>
              </a:spcAft>
              <a:buNone/>
              <a:defRPr sz="2200"/>
            </a:lvl7pPr>
            <a:lvl8pPr lvl="7">
              <a:spcBef>
                <a:spcPts val="0"/>
              </a:spcBef>
              <a:spcAft>
                <a:spcPts val="0"/>
              </a:spcAft>
              <a:buNone/>
              <a:defRPr sz="2200"/>
            </a:lvl8pPr>
            <a:lvl9pPr lvl="8">
              <a:spcBef>
                <a:spcPts val="0"/>
              </a:spcBef>
              <a:spcAft>
                <a:spcPts val="0"/>
              </a:spcAft>
              <a:buNone/>
              <a:defRPr sz="2200"/>
            </a:lvl9pPr>
          </a:lstStyle>
          <a:p/>
        </p:txBody>
      </p:sp>
      <p:sp>
        <p:nvSpPr>
          <p:cNvPr id="244" name="Google Shape;244;p32"/>
          <p:cNvSpPr txBox="1"/>
          <p:nvPr>
            <p:ph idx="1" type="body"/>
          </p:nvPr>
        </p:nvSpPr>
        <p:spPr>
          <a:xfrm>
            <a:off x="361975" y="3541582"/>
            <a:ext cx="3777000" cy="1044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45" name="Google Shape;245;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32"/>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247" name="Shape 247"/>
        <p:cNvGrpSpPr/>
        <p:nvPr/>
      </p:nvGrpSpPr>
      <p:grpSpPr>
        <a:xfrm>
          <a:off x="0" y="0"/>
          <a:ext cx="0" cy="0"/>
          <a:chOff x="0" y="0"/>
          <a:chExt cx="0" cy="0"/>
        </a:xfrm>
      </p:grpSpPr>
      <p:sp>
        <p:nvSpPr>
          <p:cNvPr id="248" name="Google Shape;248;p3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9" name="Google Shape;249;p3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33"/>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51" name="Google Shape;251;p33"/>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52" name="Google Shape;252;p33"/>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sz="2200"/>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53" name="Google Shape;253;p33"/>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254" name="Shape 254"/>
        <p:cNvGrpSpPr/>
        <p:nvPr/>
      </p:nvGrpSpPr>
      <p:grpSpPr>
        <a:xfrm>
          <a:off x="0" y="0"/>
          <a:ext cx="0" cy="0"/>
          <a:chOff x="0" y="0"/>
          <a:chExt cx="0" cy="0"/>
        </a:xfrm>
      </p:grpSpPr>
      <p:sp>
        <p:nvSpPr>
          <p:cNvPr id="255" name="Google Shape;255;p3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3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34"/>
          <p:cNvSpPr txBox="1"/>
          <p:nvPr>
            <p:ph idx="2" type="subTitle"/>
          </p:nvPr>
        </p:nvSpPr>
        <p:spPr>
          <a:xfrm>
            <a:off x="3154650" y="1051772"/>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58" name="Google Shape;258;p34"/>
          <p:cNvSpPr txBox="1"/>
          <p:nvPr>
            <p:ph type="title"/>
          </p:nvPr>
        </p:nvSpPr>
        <p:spPr>
          <a:xfrm>
            <a:off x="3154650" y="1801500"/>
            <a:ext cx="5622000" cy="2832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lvl1pPr>
            <a:lvl2pPr lvl="1">
              <a:lnSpc>
                <a:spcPct val="90000"/>
              </a:lnSpc>
              <a:spcBef>
                <a:spcPts val="0"/>
              </a:spcBef>
              <a:spcAft>
                <a:spcPts val="0"/>
              </a:spcAft>
              <a:buNone/>
              <a:defRPr sz="2800"/>
            </a:lvl2pPr>
            <a:lvl3pPr lvl="2">
              <a:lnSpc>
                <a:spcPct val="90000"/>
              </a:lnSpc>
              <a:spcBef>
                <a:spcPts val="0"/>
              </a:spcBef>
              <a:spcAft>
                <a:spcPts val="0"/>
              </a:spcAft>
              <a:buNone/>
              <a:defRPr sz="2800"/>
            </a:lvl3pPr>
            <a:lvl4pPr lvl="3">
              <a:lnSpc>
                <a:spcPct val="90000"/>
              </a:lnSpc>
              <a:spcBef>
                <a:spcPts val="0"/>
              </a:spcBef>
              <a:spcAft>
                <a:spcPts val="0"/>
              </a:spcAft>
              <a:buNone/>
              <a:defRPr sz="2800"/>
            </a:lvl4pPr>
            <a:lvl5pPr lvl="4">
              <a:lnSpc>
                <a:spcPct val="90000"/>
              </a:lnSpc>
              <a:spcBef>
                <a:spcPts val="0"/>
              </a:spcBef>
              <a:spcAft>
                <a:spcPts val="0"/>
              </a:spcAft>
              <a:buNone/>
              <a:defRPr sz="2800"/>
            </a:lvl5pPr>
            <a:lvl6pPr lvl="5">
              <a:lnSpc>
                <a:spcPct val="90000"/>
              </a:lnSpc>
              <a:spcBef>
                <a:spcPts val="0"/>
              </a:spcBef>
              <a:spcAft>
                <a:spcPts val="0"/>
              </a:spcAft>
              <a:buNone/>
              <a:defRPr sz="2800"/>
            </a:lvl6pPr>
            <a:lvl7pPr lvl="6">
              <a:lnSpc>
                <a:spcPct val="90000"/>
              </a:lnSpc>
              <a:spcBef>
                <a:spcPts val="0"/>
              </a:spcBef>
              <a:spcAft>
                <a:spcPts val="0"/>
              </a:spcAft>
              <a:buNone/>
              <a:defRPr sz="2800"/>
            </a:lvl7pPr>
            <a:lvl8pPr lvl="7">
              <a:lnSpc>
                <a:spcPct val="90000"/>
              </a:lnSpc>
              <a:spcBef>
                <a:spcPts val="0"/>
              </a:spcBef>
              <a:spcAft>
                <a:spcPts val="0"/>
              </a:spcAft>
              <a:buNone/>
              <a:defRPr sz="2800"/>
            </a:lvl8pPr>
            <a:lvl9pPr lvl="8">
              <a:lnSpc>
                <a:spcPct val="90000"/>
              </a:lnSpc>
              <a:spcBef>
                <a:spcPts val="0"/>
              </a:spcBef>
              <a:spcAft>
                <a:spcPts val="0"/>
              </a:spcAft>
              <a:buNone/>
              <a:defRPr sz="2800"/>
            </a:lvl9pPr>
          </a:lstStyle>
          <a:p/>
        </p:txBody>
      </p:sp>
      <p:sp>
        <p:nvSpPr>
          <p:cNvPr id="259" name="Google Shape;259;p34"/>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260" name="Shape 260"/>
        <p:cNvGrpSpPr/>
        <p:nvPr/>
      </p:nvGrpSpPr>
      <p:grpSpPr>
        <a:xfrm>
          <a:off x="0" y="0"/>
          <a:ext cx="0" cy="0"/>
          <a:chOff x="0" y="0"/>
          <a:chExt cx="0" cy="0"/>
        </a:xfrm>
      </p:grpSpPr>
      <p:sp>
        <p:nvSpPr>
          <p:cNvPr id="261" name="Google Shape;261;p35"/>
          <p:cNvSpPr/>
          <p:nvPr>
            <p:ph idx="2" type="pic"/>
          </p:nvPr>
        </p:nvSpPr>
        <p:spPr>
          <a:xfrm>
            <a:off x="361975" y="781775"/>
            <a:ext cx="2872800" cy="3783300"/>
          </a:xfrm>
          <a:prstGeom prst="rect">
            <a:avLst/>
          </a:prstGeom>
          <a:noFill/>
          <a:ln>
            <a:noFill/>
          </a:ln>
        </p:spPr>
      </p:sp>
      <p:sp>
        <p:nvSpPr>
          <p:cNvPr id="262" name="Google Shape;262;p3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3" name="Google Shape;263;p3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64" name="Google Shape;264;p35"/>
          <p:cNvSpPr txBox="1"/>
          <p:nvPr>
            <p:ph idx="3" type="subTitle"/>
          </p:nvPr>
        </p:nvSpPr>
        <p:spPr>
          <a:xfrm>
            <a:off x="3657600" y="1051772"/>
            <a:ext cx="4163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65" name="Google Shape;265;p35"/>
          <p:cNvSpPr txBox="1"/>
          <p:nvPr>
            <p:ph type="title"/>
          </p:nvPr>
        </p:nvSpPr>
        <p:spPr>
          <a:xfrm>
            <a:off x="3657600" y="1555450"/>
            <a:ext cx="5622000" cy="1750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solidFill>
                  <a:schemeClr val="dk1"/>
                </a:solidFill>
              </a:defRPr>
            </a:lvl1pPr>
            <a:lvl2pPr lvl="1">
              <a:lnSpc>
                <a:spcPct val="90000"/>
              </a:lnSpc>
              <a:spcBef>
                <a:spcPts val="0"/>
              </a:spcBef>
              <a:spcAft>
                <a:spcPts val="0"/>
              </a:spcAft>
              <a:buNone/>
              <a:defRPr sz="2800">
                <a:solidFill>
                  <a:schemeClr val="dk1"/>
                </a:solidFill>
              </a:defRPr>
            </a:lvl2pPr>
            <a:lvl3pPr lvl="2">
              <a:lnSpc>
                <a:spcPct val="90000"/>
              </a:lnSpc>
              <a:spcBef>
                <a:spcPts val="0"/>
              </a:spcBef>
              <a:spcAft>
                <a:spcPts val="0"/>
              </a:spcAft>
              <a:buNone/>
              <a:defRPr sz="2800">
                <a:solidFill>
                  <a:schemeClr val="dk1"/>
                </a:solidFill>
              </a:defRPr>
            </a:lvl3pPr>
            <a:lvl4pPr lvl="3">
              <a:lnSpc>
                <a:spcPct val="90000"/>
              </a:lnSpc>
              <a:spcBef>
                <a:spcPts val="0"/>
              </a:spcBef>
              <a:spcAft>
                <a:spcPts val="0"/>
              </a:spcAft>
              <a:buNone/>
              <a:defRPr sz="2800">
                <a:solidFill>
                  <a:schemeClr val="dk1"/>
                </a:solidFill>
              </a:defRPr>
            </a:lvl4pPr>
            <a:lvl5pPr lvl="4">
              <a:lnSpc>
                <a:spcPct val="90000"/>
              </a:lnSpc>
              <a:spcBef>
                <a:spcPts val="0"/>
              </a:spcBef>
              <a:spcAft>
                <a:spcPts val="0"/>
              </a:spcAft>
              <a:buNone/>
              <a:defRPr sz="2800">
                <a:solidFill>
                  <a:schemeClr val="dk1"/>
                </a:solidFill>
              </a:defRPr>
            </a:lvl5pPr>
            <a:lvl6pPr lvl="5">
              <a:lnSpc>
                <a:spcPct val="90000"/>
              </a:lnSpc>
              <a:spcBef>
                <a:spcPts val="0"/>
              </a:spcBef>
              <a:spcAft>
                <a:spcPts val="0"/>
              </a:spcAft>
              <a:buNone/>
              <a:defRPr sz="2800">
                <a:solidFill>
                  <a:schemeClr val="dk1"/>
                </a:solidFill>
              </a:defRPr>
            </a:lvl6pPr>
            <a:lvl7pPr lvl="6">
              <a:lnSpc>
                <a:spcPct val="90000"/>
              </a:lnSpc>
              <a:spcBef>
                <a:spcPts val="0"/>
              </a:spcBef>
              <a:spcAft>
                <a:spcPts val="0"/>
              </a:spcAft>
              <a:buNone/>
              <a:defRPr sz="2800">
                <a:solidFill>
                  <a:schemeClr val="dk1"/>
                </a:solidFill>
              </a:defRPr>
            </a:lvl7pPr>
            <a:lvl8pPr lvl="7">
              <a:lnSpc>
                <a:spcPct val="90000"/>
              </a:lnSpc>
              <a:spcBef>
                <a:spcPts val="0"/>
              </a:spcBef>
              <a:spcAft>
                <a:spcPts val="0"/>
              </a:spcAft>
              <a:buNone/>
              <a:defRPr sz="2800">
                <a:solidFill>
                  <a:schemeClr val="dk1"/>
                </a:solidFill>
              </a:defRPr>
            </a:lvl8pPr>
            <a:lvl9pPr lvl="8">
              <a:lnSpc>
                <a:spcPct val="90000"/>
              </a:lnSpc>
              <a:spcBef>
                <a:spcPts val="0"/>
              </a:spcBef>
              <a:spcAft>
                <a:spcPts val="0"/>
              </a:spcAft>
              <a:buNone/>
              <a:defRPr sz="2800">
                <a:solidFill>
                  <a:schemeClr val="dk1"/>
                </a:solidFill>
              </a:defRPr>
            </a:lvl9pPr>
          </a:lstStyle>
          <a:p/>
        </p:txBody>
      </p:sp>
      <p:sp>
        <p:nvSpPr>
          <p:cNvPr id="266" name="Google Shape;266;p35"/>
          <p:cNvSpPr txBox="1"/>
          <p:nvPr>
            <p:ph idx="4" type="body"/>
          </p:nvPr>
        </p:nvSpPr>
        <p:spPr>
          <a:xfrm>
            <a:off x="3657600" y="3556575"/>
            <a:ext cx="3554400" cy="1029300"/>
          </a:xfrm>
          <a:prstGeom prst="rect">
            <a:avLst/>
          </a:prstGeom>
        </p:spPr>
        <p:txBody>
          <a:bodyPr anchorCtr="0" anchor="b" bIns="0" lIns="0" spcFirstLastPara="1" rIns="0" wrap="square" tIns="0">
            <a:sp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267" name="Shape 267"/>
        <p:cNvGrpSpPr/>
        <p:nvPr/>
      </p:nvGrpSpPr>
      <p:grpSpPr>
        <a:xfrm>
          <a:off x="0" y="0"/>
          <a:ext cx="0" cy="0"/>
          <a:chOff x="0" y="0"/>
          <a:chExt cx="0" cy="0"/>
        </a:xfrm>
      </p:grpSpPr>
      <p:pic>
        <p:nvPicPr>
          <p:cNvPr descr="The reflective glass facade of a skyscraper. " id="268" name="Google Shape;268;p36"/>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69" name="Google Shape;269;p3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0" name="Google Shape;270;p3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36"/>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a:buChar char="●"/>
              <a:defRPr sz="1000"/>
            </a:lvl1pPr>
            <a:lvl2pPr indent="-292100" lvl="1" marL="914400" algn="ctr">
              <a:spcBef>
                <a:spcPts val="800"/>
              </a:spcBef>
              <a:spcAft>
                <a:spcPts val="0"/>
              </a:spcAft>
              <a:buClr>
                <a:schemeClr val="lt1"/>
              </a:buClr>
              <a:buSzPts val="1000"/>
              <a:buFont typeface="DM Sans"/>
              <a:buChar char="○"/>
              <a:defRPr sz="1000"/>
            </a:lvl2pPr>
            <a:lvl3pPr indent="-292100" lvl="2" marL="1371600" algn="ctr">
              <a:spcBef>
                <a:spcPts val="800"/>
              </a:spcBef>
              <a:spcAft>
                <a:spcPts val="0"/>
              </a:spcAft>
              <a:buClr>
                <a:schemeClr val="lt1"/>
              </a:buClr>
              <a:buSzPts val="1000"/>
              <a:buFont typeface="DM Sans"/>
              <a:buChar char="■"/>
              <a:defRPr sz="1000"/>
            </a:lvl3pPr>
            <a:lvl4pPr indent="-292100" lvl="3" marL="1828800" algn="ctr">
              <a:spcBef>
                <a:spcPts val="800"/>
              </a:spcBef>
              <a:spcAft>
                <a:spcPts val="0"/>
              </a:spcAft>
              <a:buClr>
                <a:schemeClr val="lt1"/>
              </a:buClr>
              <a:buSzPts val="1000"/>
              <a:buFont typeface="DM Sans"/>
              <a:buChar char="●"/>
              <a:defRPr sz="1000"/>
            </a:lvl4pPr>
            <a:lvl5pPr indent="-292100" lvl="4" marL="2286000" algn="ctr">
              <a:spcBef>
                <a:spcPts val="800"/>
              </a:spcBef>
              <a:spcAft>
                <a:spcPts val="0"/>
              </a:spcAft>
              <a:buClr>
                <a:schemeClr val="lt1"/>
              </a:buClr>
              <a:buSzPts val="1000"/>
              <a:buFont typeface="DM Sans"/>
              <a:buChar char="○"/>
              <a:defRPr sz="1000"/>
            </a:lvl5pPr>
            <a:lvl6pPr indent="-292100" lvl="5" marL="2743200" algn="ctr">
              <a:spcBef>
                <a:spcPts val="800"/>
              </a:spcBef>
              <a:spcAft>
                <a:spcPts val="0"/>
              </a:spcAft>
              <a:buClr>
                <a:schemeClr val="lt1"/>
              </a:buClr>
              <a:buSzPts val="1000"/>
              <a:buFont typeface="DM Sans"/>
              <a:buChar char="■"/>
              <a:defRPr sz="1000"/>
            </a:lvl6pPr>
            <a:lvl7pPr indent="-292100" lvl="6" marL="3200400" algn="ctr">
              <a:spcBef>
                <a:spcPts val="800"/>
              </a:spcBef>
              <a:spcAft>
                <a:spcPts val="0"/>
              </a:spcAft>
              <a:buClr>
                <a:schemeClr val="lt1"/>
              </a:buClr>
              <a:buSzPts val="1000"/>
              <a:buFont typeface="DM Sans"/>
              <a:buChar char="●"/>
              <a:defRPr sz="1000"/>
            </a:lvl7pPr>
            <a:lvl8pPr indent="-292100" lvl="7" marL="3657600" algn="ctr">
              <a:spcBef>
                <a:spcPts val="800"/>
              </a:spcBef>
              <a:spcAft>
                <a:spcPts val="0"/>
              </a:spcAft>
              <a:buClr>
                <a:schemeClr val="lt1"/>
              </a:buClr>
              <a:buSzPts val="1000"/>
              <a:buFont typeface="DM Sans"/>
              <a:buChar char="○"/>
              <a:defRPr sz="1000"/>
            </a:lvl8pPr>
            <a:lvl9pPr indent="-292100" lvl="8" marL="4114800" algn="ctr">
              <a:spcBef>
                <a:spcPts val="800"/>
              </a:spcBef>
              <a:spcAft>
                <a:spcPts val="800"/>
              </a:spcAft>
              <a:buClr>
                <a:schemeClr val="lt1"/>
              </a:buClr>
              <a:buSzPts val="1000"/>
              <a:buFont typeface="DM Sans"/>
              <a:buChar char="■"/>
              <a:defRPr sz="1000"/>
            </a:lvl9pPr>
          </a:lstStyle>
          <a:p/>
        </p:txBody>
      </p:sp>
      <p:sp>
        <p:nvSpPr>
          <p:cNvPr id="272" name="Google Shape;272;p36"/>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73" name="Google Shape;273;p36"/>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74" name="Google Shape;274;p36"/>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275" name="Shape 275"/>
        <p:cNvGrpSpPr/>
        <p:nvPr/>
      </p:nvGrpSpPr>
      <p:grpSpPr>
        <a:xfrm>
          <a:off x="0" y="0"/>
          <a:ext cx="0" cy="0"/>
          <a:chOff x="0" y="0"/>
          <a:chExt cx="0" cy="0"/>
        </a:xfrm>
      </p:grpSpPr>
      <p:pic>
        <p:nvPicPr>
          <p:cNvPr descr="A modern glass skyscraper. " id="276" name="Google Shape;276;p37"/>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77" name="Google Shape;277;p3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8" name="Google Shape;278;p3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37"/>
          <p:cNvSpPr txBox="1"/>
          <p:nvPr>
            <p:ph idx="2"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80" name="Google Shape;280;p37"/>
          <p:cNvSpPr txBox="1"/>
          <p:nvPr>
            <p:ph type="title"/>
          </p:nvPr>
        </p:nvSpPr>
        <p:spPr>
          <a:xfrm>
            <a:off x="1128900" y="1430400"/>
            <a:ext cx="6886200" cy="2282700"/>
          </a:xfrm>
          <a:prstGeom prst="rect">
            <a:avLst/>
          </a:prstGeom>
        </p:spPr>
        <p:txBody>
          <a:bodyPr anchorCtr="0" anchor="ctr" bIns="0" lIns="0" spcFirstLastPara="1" rIns="0" wrap="square" tIns="0">
            <a:noAutofit/>
          </a:bodyPr>
          <a:lstStyle>
            <a:lvl1pPr lvl="0" algn="ctr">
              <a:spcBef>
                <a:spcPts val="0"/>
              </a:spcBef>
              <a:spcAft>
                <a:spcPts val="0"/>
              </a:spcAft>
              <a:buNone/>
              <a:defRPr sz="2800"/>
            </a:lvl1pPr>
            <a:lvl2pPr lvl="1" algn="ctr">
              <a:lnSpc>
                <a:spcPct val="115000"/>
              </a:lnSpc>
              <a:spcBef>
                <a:spcPts val="0"/>
              </a:spcBef>
              <a:spcAft>
                <a:spcPts val="0"/>
              </a:spcAft>
              <a:buNone/>
              <a:defRPr/>
            </a:lvl2pPr>
            <a:lvl3pPr lvl="2" algn="ctr">
              <a:lnSpc>
                <a:spcPct val="115000"/>
              </a:lnSpc>
              <a:spcBef>
                <a:spcPts val="0"/>
              </a:spcBef>
              <a:spcAft>
                <a:spcPts val="0"/>
              </a:spcAft>
              <a:buNone/>
              <a:defRPr/>
            </a:lvl3pPr>
            <a:lvl4pPr lvl="3" algn="ctr">
              <a:lnSpc>
                <a:spcPct val="115000"/>
              </a:lnSpc>
              <a:spcBef>
                <a:spcPts val="0"/>
              </a:spcBef>
              <a:spcAft>
                <a:spcPts val="0"/>
              </a:spcAft>
              <a:buNone/>
              <a:defRPr/>
            </a:lvl4pPr>
            <a:lvl5pPr lvl="4" algn="ctr">
              <a:lnSpc>
                <a:spcPct val="115000"/>
              </a:lnSpc>
              <a:spcBef>
                <a:spcPts val="0"/>
              </a:spcBef>
              <a:spcAft>
                <a:spcPts val="0"/>
              </a:spcAft>
              <a:buNone/>
              <a:defRPr/>
            </a:lvl5pPr>
            <a:lvl6pPr lvl="5" algn="ctr">
              <a:lnSpc>
                <a:spcPct val="115000"/>
              </a:lnSpc>
              <a:spcBef>
                <a:spcPts val="0"/>
              </a:spcBef>
              <a:spcAft>
                <a:spcPts val="0"/>
              </a:spcAft>
              <a:buNone/>
              <a:defRPr/>
            </a:lvl6pPr>
            <a:lvl7pPr lvl="6" algn="ctr">
              <a:lnSpc>
                <a:spcPct val="115000"/>
              </a:lnSpc>
              <a:spcBef>
                <a:spcPts val="0"/>
              </a:spcBef>
              <a:spcAft>
                <a:spcPts val="0"/>
              </a:spcAft>
              <a:buNone/>
              <a:defRPr/>
            </a:lvl7pPr>
            <a:lvl8pPr lvl="7" algn="ctr">
              <a:lnSpc>
                <a:spcPct val="115000"/>
              </a:lnSpc>
              <a:spcBef>
                <a:spcPts val="0"/>
              </a:spcBef>
              <a:spcAft>
                <a:spcPts val="0"/>
              </a:spcAft>
              <a:buNone/>
              <a:defRPr/>
            </a:lvl8pPr>
            <a:lvl9pPr lvl="8" algn="ctr">
              <a:lnSpc>
                <a:spcPct val="115000"/>
              </a:lnSpc>
              <a:spcBef>
                <a:spcPts val="0"/>
              </a:spcBef>
              <a:spcAft>
                <a:spcPts val="0"/>
              </a:spcAft>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281" name="Shape 281"/>
        <p:cNvGrpSpPr/>
        <p:nvPr/>
      </p:nvGrpSpPr>
      <p:grpSpPr>
        <a:xfrm>
          <a:off x="0" y="0"/>
          <a:ext cx="0" cy="0"/>
          <a:chOff x="0" y="0"/>
          <a:chExt cx="0" cy="0"/>
        </a:xfrm>
      </p:grpSpPr>
      <p:cxnSp>
        <p:nvCxnSpPr>
          <p:cNvPr id="282" name="Google Shape;282;p38"/>
          <p:cNvCxnSpPr/>
          <p:nvPr/>
        </p:nvCxnSpPr>
        <p:spPr>
          <a:xfrm>
            <a:off x="6096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3" name="Google Shape;283;p38"/>
          <p:cNvCxnSpPr/>
          <p:nvPr/>
        </p:nvCxnSpPr>
        <p:spPr>
          <a:xfrm>
            <a:off x="3048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4" name="Google Shape;284;p38"/>
          <p:cNvCxnSpPr/>
          <p:nvPr/>
        </p:nvCxnSpPr>
        <p:spPr>
          <a:xfrm>
            <a:off x="50" y="3174279"/>
            <a:ext cx="9144000" cy="0"/>
          </a:xfrm>
          <a:prstGeom prst="straightConnector1">
            <a:avLst/>
          </a:prstGeom>
          <a:noFill/>
          <a:ln cap="flat" cmpd="sng" w="19050">
            <a:solidFill>
              <a:schemeClr val="lt1"/>
            </a:solidFill>
            <a:prstDash val="solid"/>
            <a:round/>
            <a:headEnd len="med" w="med" type="none"/>
            <a:tailEnd len="med" w="med" type="none"/>
          </a:ln>
        </p:spPr>
      </p:cxnSp>
      <p:sp>
        <p:nvSpPr>
          <p:cNvPr id="285" name="Google Shape;285;p38"/>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86" name="Google Shape;286;p38"/>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87" name="Google Shape;287;p3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8" name="Google Shape;288;p38"/>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89" name="Google Shape;289;p38"/>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90" name="Google Shape;290;p38"/>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1" name="Google Shape;291;p38"/>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2" name="Google Shape;292;p38"/>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3" name="Google Shape;293;p38"/>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4" name="Google Shape;294;p38"/>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5" name="Google Shape;295;p38"/>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6" name="Google Shape;296;p38"/>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7" name="Google Shape;297;p38"/>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8" name="Google Shape;298;p38"/>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9" name="Google Shape;299;p38"/>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300" name="Shape 300"/>
        <p:cNvGrpSpPr/>
        <p:nvPr/>
      </p:nvGrpSpPr>
      <p:grpSpPr>
        <a:xfrm>
          <a:off x="0" y="0"/>
          <a:ext cx="0" cy="0"/>
          <a:chOff x="0" y="0"/>
          <a:chExt cx="0" cy="0"/>
        </a:xfrm>
      </p:grpSpPr>
      <p:sp>
        <p:nvSpPr>
          <p:cNvPr id="301" name="Google Shape;301;p39"/>
          <p:cNvSpPr txBox="1"/>
          <p:nvPr>
            <p:ph idx="1" type="subTitle"/>
          </p:nvPr>
        </p:nvSpPr>
        <p:spPr>
          <a:xfrm>
            <a:off x="742900" y="2158550"/>
            <a:ext cx="3213000" cy="138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02" name="Google Shape;302;p39"/>
          <p:cNvSpPr txBox="1"/>
          <p:nvPr>
            <p:ph idx="2" type="body"/>
          </p:nvPr>
        </p:nvSpPr>
        <p:spPr>
          <a:xfrm>
            <a:off x="742900" y="2381875"/>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03" name="Google Shape;303;p39"/>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304" name="Google Shape;304;p39"/>
          <p:cNvSpPr txBox="1"/>
          <p:nvPr>
            <p:ph type="title"/>
          </p:nvPr>
        </p:nvSpPr>
        <p:spPr>
          <a:xfrm>
            <a:off x="361975" y="988550"/>
            <a:ext cx="4297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305" name="Google Shape;305;p39"/>
          <p:cNvSpPr txBox="1"/>
          <p:nvPr>
            <p:ph idx="4"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6" name="Google Shape;306;p3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07" name="Google Shape;307;p39"/>
          <p:cNvSpPr txBox="1"/>
          <p:nvPr>
            <p:ph idx="5"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8" name="Google Shape;308;p39"/>
          <p:cNvSpPr txBox="1"/>
          <p:nvPr>
            <p:ph idx="6" type="subTitle"/>
          </p:nvPr>
        </p:nvSpPr>
        <p:spPr>
          <a:xfrm>
            <a:off x="5785175" y="3335324"/>
            <a:ext cx="299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09" name="Google Shape;309;p39"/>
          <p:cNvSpPr txBox="1"/>
          <p:nvPr>
            <p:ph idx="7" type="subTitle"/>
          </p:nvPr>
        </p:nvSpPr>
        <p:spPr>
          <a:xfrm>
            <a:off x="742900" y="3910855"/>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0" name="Google Shape;310;p39"/>
          <p:cNvSpPr txBox="1"/>
          <p:nvPr>
            <p:ph idx="8" type="body"/>
          </p:nvPr>
        </p:nvSpPr>
        <p:spPr>
          <a:xfrm>
            <a:off x="742900" y="4134180"/>
            <a:ext cx="3213000" cy="461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1" name="Google Shape;311;p39"/>
          <p:cNvSpPr txBox="1"/>
          <p:nvPr>
            <p:ph idx="9" type="subTitle"/>
          </p:nvPr>
        </p:nvSpPr>
        <p:spPr>
          <a:xfrm>
            <a:off x="742900" y="3050778"/>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2" name="Google Shape;312;p39"/>
          <p:cNvSpPr txBox="1"/>
          <p:nvPr>
            <p:ph idx="13" type="body"/>
          </p:nvPr>
        </p:nvSpPr>
        <p:spPr>
          <a:xfrm>
            <a:off x="742900" y="3274103"/>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3" name="Google Shape;313;p39"/>
          <p:cNvSpPr txBox="1"/>
          <p:nvPr>
            <p:ph idx="14" type="body"/>
          </p:nvPr>
        </p:nvSpPr>
        <p:spPr>
          <a:xfrm>
            <a:off x="5785175" y="4134175"/>
            <a:ext cx="2991600" cy="4617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314" name="Shape 314"/>
        <p:cNvGrpSpPr/>
        <p:nvPr/>
      </p:nvGrpSpPr>
      <p:grpSpPr>
        <a:xfrm>
          <a:off x="0" y="0"/>
          <a:ext cx="0" cy="0"/>
          <a:chOff x="0" y="0"/>
          <a:chExt cx="0" cy="0"/>
        </a:xfrm>
      </p:grpSpPr>
      <p:sp>
        <p:nvSpPr>
          <p:cNvPr id="315" name="Google Shape;315;p40"/>
          <p:cNvSpPr/>
          <p:nvPr>
            <p:ph idx="2" type="pic"/>
          </p:nvPr>
        </p:nvSpPr>
        <p:spPr>
          <a:xfrm>
            <a:off x="75" y="0"/>
            <a:ext cx="2853300" cy="2436600"/>
          </a:xfrm>
          <a:prstGeom prst="rect">
            <a:avLst/>
          </a:prstGeom>
          <a:noFill/>
          <a:ln>
            <a:noFill/>
          </a:ln>
        </p:spPr>
      </p:sp>
      <p:sp>
        <p:nvSpPr>
          <p:cNvPr id="316" name="Google Shape;316;p4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17" name="Google Shape;317;p40"/>
          <p:cNvSpPr txBox="1"/>
          <p:nvPr>
            <p:ph idx="1" type="subTitle"/>
          </p:nvPr>
        </p:nvSpPr>
        <p:spPr>
          <a:xfrm>
            <a:off x="361975" y="2614325"/>
            <a:ext cx="206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318" name="Shape 318"/>
        <p:cNvGrpSpPr/>
        <p:nvPr/>
      </p:nvGrpSpPr>
      <p:grpSpPr>
        <a:xfrm>
          <a:off x="0" y="0"/>
          <a:ext cx="0" cy="0"/>
          <a:chOff x="0" y="0"/>
          <a:chExt cx="0" cy="0"/>
        </a:xfrm>
      </p:grpSpPr>
      <p:sp>
        <p:nvSpPr>
          <p:cNvPr id="319" name="Google Shape;319;p41"/>
          <p:cNvSpPr txBox="1"/>
          <p:nvPr>
            <p:ph idx="1" type="body"/>
          </p:nvPr>
        </p:nvSpPr>
        <p:spPr>
          <a:xfrm>
            <a:off x="3528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0" name="Google Shape;320;p41"/>
          <p:cNvSpPr txBox="1"/>
          <p:nvPr>
            <p:ph idx="2" type="body"/>
          </p:nvPr>
        </p:nvSpPr>
        <p:spPr>
          <a:xfrm>
            <a:off x="7187875"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1" name="Google Shape;321;p41"/>
          <p:cNvSpPr txBox="1"/>
          <p:nvPr>
            <p:ph idx="3" type="body"/>
          </p:nvPr>
        </p:nvSpPr>
        <p:spPr>
          <a:xfrm>
            <a:off x="49244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2" name="Google Shape;322;p41"/>
          <p:cNvSpPr txBox="1"/>
          <p:nvPr>
            <p:ph idx="4" type="body"/>
          </p:nvPr>
        </p:nvSpPr>
        <p:spPr>
          <a:xfrm>
            <a:off x="2643063"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3" name="Google Shape;323;p41"/>
          <p:cNvSpPr/>
          <p:nvPr>
            <p:ph idx="5" type="pic"/>
          </p:nvPr>
        </p:nvSpPr>
        <p:spPr>
          <a:xfrm>
            <a:off x="2941550" y="1923334"/>
            <a:ext cx="991800" cy="991800"/>
          </a:xfrm>
          <a:prstGeom prst="rect">
            <a:avLst/>
          </a:prstGeom>
          <a:noFill/>
          <a:ln>
            <a:noFill/>
          </a:ln>
        </p:spPr>
      </p:sp>
      <p:sp>
        <p:nvSpPr>
          <p:cNvPr id="324" name="Google Shape;324;p41"/>
          <p:cNvSpPr/>
          <p:nvPr>
            <p:ph idx="6" type="pic"/>
          </p:nvPr>
        </p:nvSpPr>
        <p:spPr>
          <a:xfrm>
            <a:off x="5227063" y="1923334"/>
            <a:ext cx="991800" cy="991800"/>
          </a:xfrm>
          <a:prstGeom prst="rect">
            <a:avLst/>
          </a:prstGeom>
          <a:noFill/>
          <a:ln>
            <a:noFill/>
          </a:ln>
        </p:spPr>
      </p:sp>
      <p:sp>
        <p:nvSpPr>
          <p:cNvPr id="325" name="Google Shape;325;p41"/>
          <p:cNvSpPr/>
          <p:nvPr>
            <p:ph idx="7" type="pic"/>
          </p:nvPr>
        </p:nvSpPr>
        <p:spPr>
          <a:xfrm>
            <a:off x="7495263" y="1923334"/>
            <a:ext cx="991800" cy="991800"/>
          </a:xfrm>
          <a:prstGeom prst="rect">
            <a:avLst/>
          </a:prstGeom>
          <a:noFill/>
          <a:ln>
            <a:noFill/>
          </a:ln>
        </p:spPr>
      </p:sp>
      <p:cxnSp>
        <p:nvCxnSpPr>
          <p:cNvPr id="326" name="Google Shape;326;p41"/>
          <p:cNvCxnSpPr/>
          <p:nvPr/>
        </p:nvCxnSpPr>
        <p:spPr>
          <a:xfrm>
            <a:off x="22861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27" name="Google Shape;327;p41"/>
          <p:cNvCxnSpPr/>
          <p:nvPr/>
        </p:nvCxnSpPr>
        <p:spPr>
          <a:xfrm>
            <a:off x="45805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28" name="Google Shape;328;p41"/>
          <p:cNvCxnSpPr/>
          <p:nvPr/>
        </p:nvCxnSpPr>
        <p:spPr>
          <a:xfrm>
            <a:off x="6857075" y="1801500"/>
            <a:ext cx="0" cy="3342000"/>
          </a:xfrm>
          <a:prstGeom prst="straightConnector1">
            <a:avLst/>
          </a:prstGeom>
          <a:noFill/>
          <a:ln cap="flat" cmpd="sng" w="19050">
            <a:solidFill>
              <a:schemeClr val="lt1"/>
            </a:solidFill>
            <a:prstDash val="solid"/>
            <a:round/>
            <a:headEnd len="med" w="med" type="none"/>
            <a:tailEnd len="med" w="med" type="none"/>
          </a:ln>
        </p:spPr>
      </p:cxnSp>
      <p:sp>
        <p:nvSpPr>
          <p:cNvPr id="329" name="Google Shape;329;p41"/>
          <p:cNvSpPr/>
          <p:nvPr>
            <p:ph idx="8" type="pic"/>
          </p:nvPr>
        </p:nvSpPr>
        <p:spPr>
          <a:xfrm>
            <a:off x="651288" y="1923334"/>
            <a:ext cx="991800" cy="991800"/>
          </a:xfrm>
          <a:prstGeom prst="rect">
            <a:avLst/>
          </a:prstGeom>
          <a:noFill/>
          <a:ln>
            <a:noFill/>
          </a:ln>
        </p:spPr>
      </p:sp>
      <p:sp>
        <p:nvSpPr>
          <p:cNvPr id="330" name="Google Shape;330;p41"/>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331" name="Google Shape;331;p4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32" name="Google Shape;332;p41"/>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33" name="Google Shape;333;p41"/>
          <p:cNvSpPr txBox="1"/>
          <p:nvPr>
            <p:ph idx="13" type="subTitle"/>
          </p:nvPr>
        </p:nvSpPr>
        <p:spPr>
          <a:xfrm>
            <a:off x="3532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34" name="Google Shape;334;p41"/>
          <p:cNvSpPr txBox="1"/>
          <p:nvPr>
            <p:ph idx="14" type="subTitle"/>
          </p:nvPr>
        </p:nvSpPr>
        <p:spPr>
          <a:xfrm>
            <a:off x="3532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35" name="Google Shape;335;p41"/>
          <p:cNvSpPr txBox="1"/>
          <p:nvPr>
            <p:ph idx="15" type="subTitle"/>
          </p:nvPr>
        </p:nvSpPr>
        <p:spPr>
          <a:xfrm>
            <a:off x="3532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36" name="Google Shape;336;p41"/>
          <p:cNvSpPr txBox="1"/>
          <p:nvPr>
            <p:ph idx="16" type="subTitle"/>
          </p:nvPr>
        </p:nvSpPr>
        <p:spPr>
          <a:xfrm>
            <a:off x="7188325"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37" name="Google Shape;337;p41"/>
          <p:cNvSpPr txBox="1"/>
          <p:nvPr>
            <p:ph idx="17" type="subTitle"/>
          </p:nvPr>
        </p:nvSpPr>
        <p:spPr>
          <a:xfrm>
            <a:off x="7188325"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38" name="Google Shape;338;p41"/>
          <p:cNvSpPr txBox="1"/>
          <p:nvPr>
            <p:ph idx="18" type="subTitle"/>
          </p:nvPr>
        </p:nvSpPr>
        <p:spPr>
          <a:xfrm>
            <a:off x="7188325"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39" name="Google Shape;339;p41"/>
          <p:cNvSpPr txBox="1"/>
          <p:nvPr>
            <p:ph idx="19" type="subTitle"/>
          </p:nvPr>
        </p:nvSpPr>
        <p:spPr>
          <a:xfrm>
            <a:off x="49248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0" name="Google Shape;340;p41"/>
          <p:cNvSpPr txBox="1"/>
          <p:nvPr>
            <p:ph idx="20" type="subTitle"/>
          </p:nvPr>
        </p:nvSpPr>
        <p:spPr>
          <a:xfrm>
            <a:off x="49248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1" name="Google Shape;341;p41"/>
          <p:cNvSpPr txBox="1"/>
          <p:nvPr>
            <p:ph idx="21" type="subTitle"/>
          </p:nvPr>
        </p:nvSpPr>
        <p:spPr>
          <a:xfrm>
            <a:off x="49248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42" name="Google Shape;342;p41"/>
          <p:cNvSpPr txBox="1"/>
          <p:nvPr>
            <p:ph idx="22" type="subTitle"/>
          </p:nvPr>
        </p:nvSpPr>
        <p:spPr>
          <a:xfrm>
            <a:off x="2643513"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3" name="Google Shape;343;p41"/>
          <p:cNvSpPr txBox="1"/>
          <p:nvPr>
            <p:ph idx="23" type="subTitle"/>
          </p:nvPr>
        </p:nvSpPr>
        <p:spPr>
          <a:xfrm>
            <a:off x="2643513"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4" name="Google Shape;344;p41"/>
          <p:cNvSpPr txBox="1"/>
          <p:nvPr>
            <p:ph idx="24" type="subTitle"/>
          </p:nvPr>
        </p:nvSpPr>
        <p:spPr>
          <a:xfrm>
            <a:off x="2643513"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345" name="Shape 345"/>
        <p:cNvGrpSpPr/>
        <p:nvPr/>
      </p:nvGrpSpPr>
      <p:grpSpPr>
        <a:xfrm>
          <a:off x="0" y="0"/>
          <a:ext cx="0" cy="0"/>
          <a:chOff x="0" y="0"/>
          <a:chExt cx="0" cy="0"/>
        </a:xfrm>
      </p:grpSpPr>
      <p:sp>
        <p:nvSpPr>
          <p:cNvPr id="346" name="Google Shape;346;p42"/>
          <p:cNvSpPr txBox="1"/>
          <p:nvPr>
            <p:ph idx="1" type="subTitle"/>
          </p:nvPr>
        </p:nvSpPr>
        <p:spPr>
          <a:xfrm>
            <a:off x="675060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47" name="Google Shape;347;p42"/>
          <p:cNvSpPr txBox="1"/>
          <p:nvPr>
            <p:ph idx="2" type="subTitle"/>
          </p:nvPr>
        </p:nvSpPr>
        <p:spPr>
          <a:xfrm>
            <a:off x="675060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8" name="Google Shape;348;p42"/>
          <p:cNvSpPr txBox="1"/>
          <p:nvPr>
            <p:ph idx="3" type="subTitle"/>
          </p:nvPr>
        </p:nvSpPr>
        <p:spPr>
          <a:xfrm>
            <a:off x="675060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49" name="Google Shape;349;p42"/>
          <p:cNvSpPr/>
          <p:nvPr>
            <p:ph idx="4" type="pic"/>
          </p:nvPr>
        </p:nvSpPr>
        <p:spPr>
          <a:xfrm>
            <a:off x="6080709" y="1066100"/>
            <a:ext cx="530400" cy="530400"/>
          </a:xfrm>
          <a:prstGeom prst="rect">
            <a:avLst/>
          </a:prstGeom>
          <a:noFill/>
          <a:ln>
            <a:noFill/>
          </a:ln>
        </p:spPr>
      </p:sp>
      <p:sp>
        <p:nvSpPr>
          <p:cNvPr id="350" name="Google Shape;350;p42"/>
          <p:cNvSpPr txBox="1"/>
          <p:nvPr>
            <p:ph idx="5" type="subTitle"/>
          </p:nvPr>
        </p:nvSpPr>
        <p:spPr>
          <a:xfrm>
            <a:off x="382455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1" name="Google Shape;351;p42"/>
          <p:cNvSpPr txBox="1"/>
          <p:nvPr>
            <p:ph idx="6" type="subTitle"/>
          </p:nvPr>
        </p:nvSpPr>
        <p:spPr>
          <a:xfrm>
            <a:off x="382455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2" name="Google Shape;352;p42"/>
          <p:cNvSpPr txBox="1"/>
          <p:nvPr>
            <p:ph idx="7" type="subTitle"/>
          </p:nvPr>
        </p:nvSpPr>
        <p:spPr>
          <a:xfrm>
            <a:off x="382455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3" name="Google Shape;353;p42"/>
          <p:cNvSpPr/>
          <p:nvPr>
            <p:ph idx="8" type="pic"/>
          </p:nvPr>
        </p:nvSpPr>
        <p:spPr>
          <a:xfrm>
            <a:off x="3154659" y="1066100"/>
            <a:ext cx="530400" cy="530400"/>
          </a:xfrm>
          <a:prstGeom prst="rect">
            <a:avLst/>
          </a:prstGeom>
          <a:noFill/>
          <a:ln>
            <a:noFill/>
          </a:ln>
        </p:spPr>
      </p:sp>
      <p:sp>
        <p:nvSpPr>
          <p:cNvPr id="354" name="Google Shape;354;p42"/>
          <p:cNvSpPr txBox="1"/>
          <p:nvPr>
            <p:ph idx="9" type="subTitle"/>
          </p:nvPr>
        </p:nvSpPr>
        <p:spPr>
          <a:xfrm>
            <a:off x="675060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5" name="Google Shape;355;p42"/>
          <p:cNvSpPr txBox="1"/>
          <p:nvPr>
            <p:ph idx="13" type="subTitle"/>
          </p:nvPr>
        </p:nvSpPr>
        <p:spPr>
          <a:xfrm>
            <a:off x="675060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6" name="Google Shape;356;p42"/>
          <p:cNvSpPr txBox="1"/>
          <p:nvPr>
            <p:ph idx="14" type="subTitle"/>
          </p:nvPr>
        </p:nvSpPr>
        <p:spPr>
          <a:xfrm>
            <a:off x="675060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7" name="Google Shape;357;p42"/>
          <p:cNvSpPr/>
          <p:nvPr>
            <p:ph idx="15" type="pic"/>
          </p:nvPr>
        </p:nvSpPr>
        <p:spPr>
          <a:xfrm>
            <a:off x="6080709" y="1975864"/>
            <a:ext cx="530400" cy="530400"/>
          </a:xfrm>
          <a:prstGeom prst="rect">
            <a:avLst/>
          </a:prstGeom>
          <a:noFill/>
          <a:ln>
            <a:noFill/>
          </a:ln>
        </p:spPr>
      </p:sp>
      <p:sp>
        <p:nvSpPr>
          <p:cNvPr id="358" name="Google Shape;358;p42"/>
          <p:cNvSpPr txBox="1"/>
          <p:nvPr>
            <p:ph idx="16" type="subTitle"/>
          </p:nvPr>
        </p:nvSpPr>
        <p:spPr>
          <a:xfrm>
            <a:off x="382455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9" name="Google Shape;359;p42"/>
          <p:cNvSpPr txBox="1"/>
          <p:nvPr>
            <p:ph idx="17" type="subTitle"/>
          </p:nvPr>
        </p:nvSpPr>
        <p:spPr>
          <a:xfrm>
            <a:off x="382455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0" name="Google Shape;360;p42"/>
          <p:cNvSpPr txBox="1"/>
          <p:nvPr>
            <p:ph idx="18" type="subTitle"/>
          </p:nvPr>
        </p:nvSpPr>
        <p:spPr>
          <a:xfrm>
            <a:off x="382455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1" name="Google Shape;361;p42"/>
          <p:cNvSpPr/>
          <p:nvPr>
            <p:ph idx="19" type="pic"/>
          </p:nvPr>
        </p:nvSpPr>
        <p:spPr>
          <a:xfrm>
            <a:off x="3154659" y="1975864"/>
            <a:ext cx="530400" cy="530400"/>
          </a:xfrm>
          <a:prstGeom prst="rect">
            <a:avLst/>
          </a:prstGeom>
          <a:noFill/>
          <a:ln>
            <a:noFill/>
          </a:ln>
        </p:spPr>
      </p:sp>
      <p:sp>
        <p:nvSpPr>
          <p:cNvPr id="362" name="Google Shape;362;p42"/>
          <p:cNvSpPr txBox="1"/>
          <p:nvPr>
            <p:ph idx="20" type="subTitle"/>
          </p:nvPr>
        </p:nvSpPr>
        <p:spPr>
          <a:xfrm>
            <a:off x="675060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3" name="Google Shape;363;p42"/>
          <p:cNvSpPr txBox="1"/>
          <p:nvPr>
            <p:ph idx="21" type="subTitle"/>
          </p:nvPr>
        </p:nvSpPr>
        <p:spPr>
          <a:xfrm>
            <a:off x="675060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4" name="Google Shape;364;p42"/>
          <p:cNvSpPr txBox="1"/>
          <p:nvPr>
            <p:ph idx="22" type="subTitle"/>
          </p:nvPr>
        </p:nvSpPr>
        <p:spPr>
          <a:xfrm>
            <a:off x="675060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5" name="Google Shape;365;p42"/>
          <p:cNvSpPr/>
          <p:nvPr>
            <p:ph idx="23" type="pic"/>
          </p:nvPr>
        </p:nvSpPr>
        <p:spPr>
          <a:xfrm>
            <a:off x="6080709" y="2883852"/>
            <a:ext cx="530400" cy="530400"/>
          </a:xfrm>
          <a:prstGeom prst="rect">
            <a:avLst/>
          </a:prstGeom>
          <a:noFill/>
          <a:ln>
            <a:noFill/>
          </a:ln>
        </p:spPr>
      </p:sp>
      <p:sp>
        <p:nvSpPr>
          <p:cNvPr id="366" name="Google Shape;366;p42"/>
          <p:cNvSpPr txBox="1"/>
          <p:nvPr>
            <p:ph idx="24" type="subTitle"/>
          </p:nvPr>
        </p:nvSpPr>
        <p:spPr>
          <a:xfrm>
            <a:off x="382455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7" name="Google Shape;367;p42"/>
          <p:cNvSpPr txBox="1"/>
          <p:nvPr>
            <p:ph idx="25" type="subTitle"/>
          </p:nvPr>
        </p:nvSpPr>
        <p:spPr>
          <a:xfrm>
            <a:off x="382455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8" name="Google Shape;368;p42"/>
          <p:cNvSpPr txBox="1"/>
          <p:nvPr>
            <p:ph idx="26" type="subTitle"/>
          </p:nvPr>
        </p:nvSpPr>
        <p:spPr>
          <a:xfrm>
            <a:off x="382455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9" name="Google Shape;369;p42"/>
          <p:cNvSpPr/>
          <p:nvPr>
            <p:ph idx="27" type="pic"/>
          </p:nvPr>
        </p:nvSpPr>
        <p:spPr>
          <a:xfrm>
            <a:off x="3154659" y="2883852"/>
            <a:ext cx="530400" cy="530400"/>
          </a:xfrm>
          <a:prstGeom prst="rect">
            <a:avLst/>
          </a:prstGeom>
          <a:noFill/>
          <a:ln>
            <a:noFill/>
          </a:ln>
        </p:spPr>
      </p:sp>
      <p:sp>
        <p:nvSpPr>
          <p:cNvPr id="370" name="Google Shape;370;p42"/>
          <p:cNvSpPr txBox="1"/>
          <p:nvPr>
            <p:ph idx="28" type="subTitle"/>
          </p:nvPr>
        </p:nvSpPr>
        <p:spPr>
          <a:xfrm>
            <a:off x="675060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1" name="Google Shape;371;p42"/>
          <p:cNvSpPr txBox="1"/>
          <p:nvPr>
            <p:ph idx="29" type="subTitle"/>
          </p:nvPr>
        </p:nvSpPr>
        <p:spPr>
          <a:xfrm>
            <a:off x="675060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2" name="Google Shape;372;p42"/>
          <p:cNvSpPr txBox="1"/>
          <p:nvPr>
            <p:ph idx="30" type="subTitle"/>
          </p:nvPr>
        </p:nvSpPr>
        <p:spPr>
          <a:xfrm>
            <a:off x="675060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3" name="Google Shape;373;p42"/>
          <p:cNvSpPr/>
          <p:nvPr>
            <p:ph idx="31" type="pic"/>
          </p:nvPr>
        </p:nvSpPr>
        <p:spPr>
          <a:xfrm>
            <a:off x="6080709" y="3805056"/>
            <a:ext cx="530400" cy="530400"/>
          </a:xfrm>
          <a:prstGeom prst="rect">
            <a:avLst/>
          </a:prstGeom>
          <a:noFill/>
          <a:ln>
            <a:noFill/>
          </a:ln>
        </p:spPr>
      </p:sp>
      <p:sp>
        <p:nvSpPr>
          <p:cNvPr id="374" name="Google Shape;374;p42"/>
          <p:cNvSpPr txBox="1"/>
          <p:nvPr>
            <p:ph idx="32" type="subTitle"/>
          </p:nvPr>
        </p:nvSpPr>
        <p:spPr>
          <a:xfrm>
            <a:off x="382455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5" name="Google Shape;375;p42"/>
          <p:cNvSpPr txBox="1"/>
          <p:nvPr>
            <p:ph idx="33" type="subTitle"/>
          </p:nvPr>
        </p:nvSpPr>
        <p:spPr>
          <a:xfrm>
            <a:off x="382455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6" name="Google Shape;376;p42"/>
          <p:cNvSpPr txBox="1"/>
          <p:nvPr>
            <p:ph idx="34" type="subTitle"/>
          </p:nvPr>
        </p:nvSpPr>
        <p:spPr>
          <a:xfrm>
            <a:off x="382455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7" name="Google Shape;377;p42"/>
          <p:cNvSpPr/>
          <p:nvPr>
            <p:ph idx="35" type="pic"/>
          </p:nvPr>
        </p:nvSpPr>
        <p:spPr>
          <a:xfrm>
            <a:off x="3154659" y="3805056"/>
            <a:ext cx="530400" cy="530400"/>
          </a:xfrm>
          <a:prstGeom prst="rect">
            <a:avLst/>
          </a:prstGeom>
          <a:noFill/>
          <a:ln>
            <a:noFill/>
          </a:ln>
        </p:spPr>
      </p:sp>
      <p:sp>
        <p:nvSpPr>
          <p:cNvPr id="378" name="Google Shape;378;p42"/>
          <p:cNvSpPr txBox="1"/>
          <p:nvPr>
            <p:ph type="title"/>
          </p:nvPr>
        </p:nvSpPr>
        <p:spPr>
          <a:xfrm>
            <a:off x="361975" y="962100"/>
            <a:ext cx="24507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79" name="Google Shape;379;p4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80" name="Google Shape;380;p42"/>
          <p:cNvSpPr txBox="1"/>
          <p:nvPr>
            <p:ph idx="3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381" name="Shape 381"/>
        <p:cNvGrpSpPr/>
        <p:nvPr/>
      </p:nvGrpSpPr>
      <p:grpSpPr>
        <a:xfrm>
          <a:off x="0" y="0"/>
          <a:ext cx="0" cy="0"/>
          <a:chOff x="0" y="0"/>
          <a:chExt cx="0" cy="0"/>
        </a:xfrm>
      </p:grpSpPr>
      <p:sp>
        <p:nvSpPr>
          <p:cNvPr id="382" name="Google Shape;382;p43"/>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383" name="Google Shape;383;p43"/>
          <p:cNvSpPr txBox="1"/>
          <p:nvPr>
            <p:ph type="title"/>
          </p:nvPr>
        </p:nvSpPr>
        <p:spPr>
          <a:xfrm>
            <a:off x="4975925" y="989088"/>
            <a:ext cx="37836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84" name="Google Shape;384;p43"/>
          <p:cNvSpPr/>
          <p:nvPr>
            <p:ph idx="2" type="pic"/>
          </p:nvPr>
        </p:nvSpPr>
        <p:spPr>
          <a:xfrm flipH="1">
            <a:off x="953803" y="1066100"/>
            <a:ext cx="2664300" cy="3002700"/>
          </a:xfrm>
          <a:prstGeom prst="rect">
            <a:avLst/>
          </a:prstGeom>
          <a:noFill/>
          <a:ln>
            <a:noFill/>
          </a:ln>
        </p:spPr>
      </p:sp>
      <p:sp>
        <p:nvSpPr>
          <p:cNvPr id="385" name="Google Shape;385;p43"/>
          <p:cNvSpPr txBox="1"/>
          <p:nvPr>
            <p:ph idx="1" type="body"/>
          </p:nvPr>
        </p:nvSpPr>
        <p:spPr>
          <a:xfrm>
            <a:off x="4975925" y="4125662"/>
            <a:ext cx="3783600" cy="461700"/>
          </a:xfrm>
          <a:prstGeom prst="rect">
            <a:avLst/>
          </a:prstGeom>
          <a:noFill/>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86" name="Google Shape;386;p4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87" name="Google Shape;387;p43"/>
          <p:cNvSpPr txBox="1"/>
          <p:nvPr>
            <p:ph idx="3" type="body"/>
          </p:nvPr>
        </p:nvSpPr>
        <p:spPr>
          <a:xfrm>
            <a:off x="4975925" y="1943891"/>
            <a:ext cx="3783600" cy="1243200"/>
          </a:xfrm>
          <a:prstGeom prst="rect">
            <a:avLst/>
          </a:prstGeom>
          <a:noFill/>
        </p:spPr>
        <p:txBody>
          <a:bodyPr anchorCtr="0" anchor="t" bIns="0" lIns="0" spcFirstLastPara="1" rIns="0" wrap="square" tIns="0">
            <a:noAutofit/>
          </a:bodyPr>
          <a:lstStyle>
            <a:lvl1pPr indent="-330200" lvl="0" marL="457200">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388" name="Google Shape;388;p43"/>
          <p:cNvSpPr txBox="1"/>
          <p:nvPr>
            <p:ph idx="4" type="subTitle"/>
          </p:nvPr>
        </p:nvSpPr>
        <p:spPr>
          <a:xfrm>
            <a:off x="4975925" y="732775"/>
            <a:ext cx="37836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89" name="Google Shape;389;p43"/>
          <p:cNvSpPr txBox="1"/>
          <p:nvPr>
            <p:ph idx="5" type="subTitle"/>
          </p:nvPr>
        </p:nvSpPr>
        <p:spPr>
          <a:xfrm>
            <a:off x="4975925" y="1647132"/>
            <a:ext cx="3783600" cy="1386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90" name="Google Shape;390;p43"/>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391" name="Shape 391"/>
        <p:cNvGrpSpPr/>
        <p:nvPr/>
      </p:nvGrpSpPr>
      <p:grpSpPr>
        <a:xfrm>
          <a:off x="0" y="0"/>
          <a:ext cx="0" cy="0"/>
          <a:chOff x="0" y="0"/>
          <a:chExt cx="0" cy="0"/>
        </a:xfrm>
      </p:grpSpPr>
      <p:grpSp>
        <p:nvGrpSpPr>
          <p:cNvPr id="392" name="Google Shape;392;p44"/>
          <p:cNvGrpSpPr/>
          <p:nvPr/>
        </p:nvGrpSpPr>
        <p:grpSpPr>
          <a:xfrm>
            <a:off x="49" y="514398"/>
            <a:ext cx="9144297" cy="4115162"/>
            <a:chOff x="-18500" y="514395"/>
            <a:chExt cx="9219900" cy="4115162"/>
          </a:xfrm>
        </p:grpSpPr>
        <p:cxnSp>
          <p:nvCxnSpPr>
            <p:cNvPr id="393" name="Google Shape;393;p44"/>
            <p:cNvCxnSpPr/>
            <p:nvPr/>
          </p:nvCxnSpPr>
          <p:spPr>
            <a:xfrm>
              <a:off x="-18500" y="1028790"/>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4" name="Google Shape;394;p44"/>
            <p:cNvCxnSpPr/>
            <p:nvPr/>
          </p:nvCxnSpPr>
          <p:spPr>
            <a:xfrm>
              <a:off x="-18500" y="462955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5" name="Google Shape;395;p44"/>
            <p:cNvCxnSpPr/>
            <p:nvPr/>
          </p:nvCxnSpPr>
          <p:spPr>
            <a:xfrm>
              <a:off x="-18500" y="4115162"/>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6" name="Google Shape;396;p44"/>
            <p:cNvCxnSpPr/>
            <p:nvPr/>
          </p:nvCxnSpPr>
          <p:spPr>
            <a:xfrm>
              <a:off x="-18500" y="360076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7" name="Google Shape;397;p44"/>
            <p:cNvCxnSpPr/>
            <p:nvPr/>
          </p:nvCxnSpPr>
          <p:spPr>
            <a:xfrm>
              <a:off x="-18500" y="308637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8" name="Google Shape;398;p44"/>
            <p:cNvCxnSpPr/>
            <p:nvPr/>
          </p:nvCxnSpPr>
          <p:spPr>
            <a:xfrm>
              <a:off x="-18500" y="257197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9" name="Google Shape;399;p44"/>
            <p:cNvCxnSpPr/>
            <p:nvPr/>
          </p:nvCxnSpPr>
          <p:spPr>
            <a:xfrm>
              <a:off x="-18500" y="205758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0" name="Google Shape;400;p44"/>
            <p:cNvCxnSpPr/>
            <p:nvPr/>
          </p:nvCxnSpPr>
          <p:spPr>
            <a:xfrm>
              <a:off x="-18500" y="154318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1" name="Google Shape;401;p44"/>
            <p:cNvCxnSpPr/>
            <p:nvPr/>
          </p:nvCxnSpPr>
          <p:spPr>
            <a:xfrm>
              <a:off x="-18500" y="514395"/>
              <a:ext cx="9219900" cy="0"/>
            </a:xfrm>
            <a:prstGeom prst="straightConnector1">
              <a:avLst/>
            </a:prstGeom>
            <a:noFill/>
            <a:ln cap="flat" cmpd="sng" w="9525">
              <a:solidFill>
                <a:schemeClr val="accent6"/>
              </a:solidFill>
              <a:prstDash val="solid"/>
              <a:round/>
              <a:headEnd len="med" w="med" type="none"/>
              <a:tailEnd len="med" w="med" type="none"/>
            </a:ln>
          </p:spPr>
        </p:cxnSp>
      </p:grpSp>
      <p:sp>
        <p:nvSpPr>
          <p:cNvPr id="402" name="Google Shape;402;p4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03" name="Google Shape;403;p4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4" name="Google Shape;404;p44"/>
          <p:cNvSpPr txBox="1"/>
          <p:nvPr>
            <p:ph idx="2"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405" name="Shape 405"/>
        <p:cNvGrpSpPr/>
        <p:nvPr/>
      </p:nvGrpSpPr>
      <p:grpSpPr>
        <a:xfrm>
          <a:off x="0" y="0"/>
          <a:ext cx="0" cy="0"/>
          <a:chOff x="0" y="0"/>
          <a:chExt cx="0" cy="0"/>
        </a:xfrm>
      </p:grpSpPr>
      <p:sp>
        <p:nvSpPr>
          <p:cNvPr id="406" name="Google Shape;406;p45"/>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07" name="Google Shape;407;p45"/>
          <p:cNvSpPr txBox="1"/>
          <p:nvPr>
            <p:ph type="title"/>
          </p:nvPr>
        </p:nvSpPr>
        <p:spPr>
          <a:xfrm>
            <a:off x="451472" y="2024100"/>
            <a:ext cx="4163100" cy="1372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4200">
                <a:solidFill>
                  <a:schemeClr val="dk1"/>
                </a:solidFill>
              </a:defRPr>
            </a:lvl2pPr>
            <a:lvl3pPr lvl="2">
              <a:lnSpc>
                <a:spcPct val="90000"/>
              </a:lnSpc>
              <a:spcBef>
                <a:spcPts val="0"/>
              </a:spcBef>
              <a:spcAft>
                <a:spcPts val="0"/>
              </a:spcAft>
              <a:buNone/>
              <a:defRPr sz="4200">
                <a:solidFill>
                  <a:schemeClr val="dk1"/>
                </a:solidFill>
              </a:defRPr>
            </a:lvl3pPr>
            <a:lvl4pPr lvl="3">
              <a:lnSpc>
                <a:spcPct val="90000"/>
              </a:lnSpc>
              <a:spcBef>
                <a:spcPts val="0"/>
              </a:spcBef>
              <a:spcAft>
                <a:spcPts val="0"/>
              </a:spcAft>
              <a:buNone/>
              <a:defRPr sz="4200">
                <a:solidFill>
                  <a:schemeClr val="dk1"/>
                </a:solidFill>
              </a:defRPr>
            </a:lvl4pPr>
            <a:lvl5pPr lvl="4">
              <a:lnSpc>
                <a:spcPct val="90000"/>
              </a:lnSpc>
              <a:spcBef>
                <a:spcPts val="0"/>
              </a:spcBef>
              <a:spcAft>
                <a:spcPts val="0"/>
              </a:spcAft>
              <a:buNone/>
              <a:defRPr sz="4200">
                <a:solidFill>
                  <a:schemeClr val="dk1"/>
                </a:solidFill>
              </a:defRPr>
            </a:lvl5pPr>
            <a:lvl6pPr lvl="5">
              <a:lnSpc>
                <a:spcPct val="90000"/>
              </a:lnSpc>
              <a:spcBef>
                <a:spcPts val="0"/>
              </a:spcBef>
              <a:spcAft>
                <a:spcPts val="0"/>
              </a:spcAft>
              <a:buNone/>
              <a:defRPr sz="4200">
                <a:solidFill>
                  <a:schemeClr val="dk1"/>
                </a:solidFill>
              </a:defRPr>
            </a:lvl6pPr>
            <a:lvl7pPr lvl="6">
              <a:lnSpc>
                <a:spcPct val="90000"/>
              </a:lnSpc>
              <a:spcBef>
                <a:spcPts val="0"/>
              </a:spcBef>
              <a:spcAft>
                <a:spcPts val="0"/>
              </a:spcAft>
              <a:buNone/>
              <a:defRPr sz="4200">
                <a:solidFill>
                  <a:schemeClr val="dk1"/>
                </a:solidFill>
              </a:defRPr>
            </a:lvl7pPr>
            <a:lvl8pPr lvl="7">
              <a:lnSpc>
                <a:spcPct val="90000"/>
              </a:lnSpc>
              <a:spcBef>
                <a:spcPts val="0"/>
              </a:spcBef>
              <a:spcAft>
                <a:spcPts val="0"/>
              </a:spcAft>
              <a:buNone/>
              <a:defRPr sz="4200">
                <a:solidFill>
                  <a:schemeClr val="dk1"/>
                </a:solidFill>
              </a:defRPr>
            </a:lvl8pPr>
            <a:lvl9pPr lvl="8">
              <a:lnSpc>
                <a:spcPct val="90000"/>
              </a:lnSpc>
              <a:spcBef>
                <a:spcPts val="0"/>
              </a:spcBef>
              <a:spcAft>
                <a:spcPts val="0"/>
              </a:spcAft>
              <a:buNone/>
              <a:defRPr sz="4200">
                <a:solidFill>
                  <a:schemeClr val="dk1"/>
                </a:solidFill>
              </a:defRPr>
            </a:lvl9pPr>
          </a:lstStyle>
          <a:p/>
        </p:txBody>
      </p:sp>
      <p:sp>
        <p:nvSpPr>
          <p:cNvPr id="408" name="Google Shape;408;p45"/>
          <p:cNvSpPr txBox="1"/>
          <p:nvPr>
            <p:ph idx="1" type="subTitle"/>
          </p:nvPr>
        </p:nvSpPr>
        <p:spPr>
          <a:xfrm>
            <a:off x="451475" y="3776250"/>
            <a:ext cx="4163100" cy="426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09" name="Shape 409"/>
        <p:cNvGrpSpPr/>
        <p:nvPr/>
      </p:nvGrpSpPr>
      <p:grpSpPr>
        <a:xfrm>
          <a:off x="0" y="0"/>
          <a:ext cx="0" cy="0"/>
          <a:chOff x="0" y="0"/>
          <a:chExt cx="0" cy="0"/>
        </a:xfrm>
      </p:grpSpPr>
      <p:sp>
        <p:nvSpPr>
          <p:cNvPr id="410" name="Google Shape;410;p4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11" name="Google Shape;411;p4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12" name="Shape 412"/>
        <p:cNvGrpSpPr/>
        <p:nvPr/>
      </p:nvGrpSpPr>
      <p:grpSpPr>
        <a:xfrm>
          <a:off x="0" y="0"/>
          <a:ext cx="0" cy="0"/>
          <a:chOff x="0" y="0"/>
          <a:chExt cx="0" cy="0"/>
        </a:xfrm>
      </p:grpSpPr>
      <p:sp>
        <p:nvSpPr>
          <p:cNvPr id="413" name="Google Shape;413;p4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14" name="Shape 414"/>
        <p:cNvGrpSpPr/>
        <p:nvPr/>
      </p:nvGrpSpPr>
      <p:grpSpPr>
        <a:xfrm>
          <a:off x="0" y="0"/>
          <a:ext cx="0" cy="0"/>
          <a:chOff x="0" y="0"/>
          <a:chExt cx="0" cy="0"/>
        </a:xfrm>
      </p:grpSpPr>
      <p:sp>
        <p:nvSpPr>
          <p:cNvPr id="415" name="Google Shape;415;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6" name="Google Shape;416;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17" name="Shape 417"/>
        <p:cNvGrpSpPr/>
        <p:nvPr/>
      </p:nvGrpSpPr>
      <p:grpSpPr>
        <a:xfrm>
          <a:off x="0" y="0"/>
          <a:ext cx="0" cy="0"/>
          <a:chOff x="0" y="0"/>
          <a:chExt cx="0" cy="0"/>
        </a:xfrm>
      </p:grpSpPr>
      <p:sp>
        <p:nvSpPr>
          <p:cNvPr id="418" name="Google Shape;418;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9" name="Google Shape;419;p4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0" name="Google Shape;420;p49"/>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21" name="Shape 421"/>
        <p:cNvGrpSpPr/>
        <p:nvPr/>
      </p:nvGrpSpPr>
      <p:grpSpPr>
        <a:xfrm>
          <a:off x="0" y="0"/>
          <a:ext cx="0" cy="0"/>
          <a:chOff x="0" y="0"/>
          <a:chExt cx="0" cy="0"/>
        </a:xfrm>
      </p:grpSpPr>
      <p:sp>
        <p:nvSpPr>
          <p:cNvPr id="422" name="Google Shape;422;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23" name="Shape 423"/>
        <p:cNvGrpSpPr/>
        <p:nvPr/>
      </p:nvGrpSpPr>
      <p:grpSpPr>
        <a:xfrm>
          <a:off x="0" y="0"/>
          <a:ext cx="0" cy="0"/>
          <a:chOff x="0" y="0"/>
          <a:chExt cx="0" cy="0"/>
        </a:xfrm>
      </p:grpSpPr>
      <p:sp>
        <p:nvSpPr>
          <p:cNvPr id="424" name="Google Shape;424;p5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5" name="Google Shape;425;p5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26" name="Shape 426"/>
        <p:cNvGrpSpPr/>
        <p:nvPr/>
      </p:nvGrpSpPr>
      <p:grpSpPr>
        <a:xfrm>
          <a:off x="0" y="0"/>
          <a:ext cx="0" cy="0"/>
          <a:chOff x="0" y="0"/>
          <a:chExt cx="0" cy="0"/>
        </a:xfrm>
      </p:grpSpPr>
      <p:sp>
        <p:nvSpPr>
          <p:cNvPr id="427" name="Google Shape;427;p5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28" name="Shape 428"/>
        <p:cNvGrpSpPr/>
        <p:nvPr/>
      </p:nvGrpSpPr>
      <p:grpSpPr>
        <a:xfrm>
          <a:off x="0" y="0"/>
          <a:ext cx="0" cy="0"/>
          <a:chOff x="0" y="0"/>
          <a:chExt cx="0" cy="0"/>
        </a:xfrm>
      </p:grpSpPr>
      <p:sp>
        <p:nvSpPr>
          <p:cNvPr id="429" name="Google Shape;429;p5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0" name="Google Shape;430;p5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31" name="Google Shape;431;p5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32" name="Shape 432"/>
        <p:cNvGrpSpPr/>
        <p:nvPr/>
      </p:nvGrpSpPr>
      <p:grpSpPr>
        <a:xfrm>
          <a:off x="0" y="0"/>
          <a:ext cx="0" cy="0"/>
          <a:chOff x="0" y="0"/>
          <a:chExt cx="0" cy="0"/>
        </a:xfrm>
      </p:grpSpPr>
      <p:sp>
        <p:nvSpPr>
          <p:cNvPr id="433" name="Google Shape;433;p5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34" name="Shape 434"/>
        <p:cNvGrpSpPr/>
        <p:nvPr/>
      </p:nvGrpSpPr>
      <p:grpSpPr>
        <a:xfrm>
          <a:off x="0" y="0"/>
          <a:ext cx="0" cy="0"/>
          <a:chOff x="0" y="0"/>
          <a:chExt cx="0" cy="0"/>
        </a:xfrm>
      </p:grpSpPr>
      <p:sp>
        <p:nvSpPr>
          <p:cNvPr id="435" name="Google Shape;435;p5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6" name="Google Shape;436;p5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37" name="Shape 437"/>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38" name="Shape 438"/>
        <p:cNvGrpSpPr/>
        <p:nvPr/>
      </p:nvGrpSpPr>
      <p:grpSpPr>
        <a:xfrm>
          <a:off x="0" y="0"/>
          <a:ext cx="0" cy="0"/>
          <a:chOff x="0" y="0"/>
          <a:chExt cx="0" cy="0"/>
        </a:xfrm>
      </p:grpSpPr>
      <p:sp>
        <p:nvSpPr>
          <p:cNvPr id="439" name="Google Shape;439;p5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0" name="Google Shape;440;p5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5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5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3" name="Google Shape;443;p5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4" name="Google Shape;444;p5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5" name="Google Shape;445;p5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46" name="Shape 446"/>
        <p:cNvGrpSpPr/>
        <p:nvPr/>
      </p:nvGrpSpPr>
      <p:grpSpPr>
        <a:xfrm>
          <a:off x="0" y="0"/>
          <a:ext cx="0" cy="0"/>
          <a:chOff x="0" y="0"/>
          <a:chExt cx="0" cy="0"/>
        </a:xfrm>
      </p:grpSpPr>
      <p:sp>
        <p:nvSpPr>
          <p:cNvPr id="447" name="Google Shape;447;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8" name="Google Shape;448;p58"/>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9" name="Google Shape;449;p5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50" name="Shape 450"/>
        <p:cNvGrpSpPr/>
        <p:nvPr/>
      </p:nvGrpSpPr>
      <p:grpSpPr>
        <a:xfrm>
          <a:off x="0" y="0"/>
          <a:ext cx="0" cy="0"/>
          <a:chOff x="0" y="0"/>
          <a:chExt cx="0" cy="0"/>
        </a:xfrm>
      </p:grpSpPr>
      <p:sp>
        <p:nvSpPr>
          <p:cNvPr id="451" name="Google Shape;451;p5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2" name="Google Shape;452;p59"/>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3" name="Google Shape;453;p5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4" name="Google Shape;454;p5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5" name="Google Shape;455;p5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56" name="Shape 456"/>
        <p:cNvGrpSpPr/>
        <p:nvPr/>
      </p:nvGrpSpPr>
      <p:grpSpPr>
        <a:xfrm>
          <a:off x="0" y="0"/>
          <a:ext cx="0" cy="0"/>
          <a:chOff x="0" y="0"/>
          <a:chExt cx="0" cy="0"/>
        </a:xfrm>
      </p:grpSpPr>
      <p:sp>
        <p:nvSpPr>
          <p:cNvPr id="457" name="Google Shape;457;p60"/>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8" name="Google Shape;458;p6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9" name="Google Shape;459;p6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60" name="Google Shape;460;p6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1" name="Google Shape;461;p6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2" name="Google Shape;462;p6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3" name="Google Shape;463;p6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64" name="Shape 464"/>
        <p:cNvGrpSpPr/>
        <p:nvPr/>
      </p:nvGrpSpPr>
      <p:grpSpPr>
        <a:xfrm>
          <a:off x="0" y="0"/>
          <a:ext cx="0" cy="0"/>
          <a:chOff x="0" y="0"/>
          <a:chExt cx="0" cy="0"/>
        </a:xfrm>
      </p:grpSpPr>
      <p:sp>
        <p:nvSpPr>
          <p:cNvPr id="465" name="Google Shape;465;p61"/>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66" name="Google Shape;466;p6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7" name="Google Shape;467;p6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8" name="Google Shape;468;p6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9" name="Google Shape;469;p6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70" name="Google Shape;470;p6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1" name="Google Shape;471;p6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2" name="Google Shape;472;p6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3" name="Google Shape;473;p6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74" name="Shape 474"/>
        <p:cNvGrpSpPr/>
        <p:nvPr/>
      </p:nvGrpSpPr>
      <p:grpSpPr>
        <a:xfrm>
          <a:off x="0" y="0"/>
          <a:ext cx="0" cy="0"/>
          <a:chOff x="0" y="0"/>
          <a:chExt cx="0" cy="0"/>
        </a:xfrm>
      </p:grpSpPr>
      <p:sp>
        <p:nvSpPr>
          <p:cNvPr id="475" name="Google Shape;475;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6" name="Google Shape;476;p6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77" name="Shape 477"/>
        <p:cNvGrpSpPr/>
        <p:nvPr/>
      </p:nvGrpSpPr>
      <p:grpSpPr>
        <a:xfrm>
          <a:off x="0" y="0"/>
          <a:ext cx="0" cy="0"/>
          <a:chOff x="0" y="0"/>
          <a:chExt cx="0" cy="0"/>
        </a:xfrm>
      </p:grpSpPr>
      <p:sp>
        <p:nvSpPr>
          <p:cNvPr id="478" name="Google Shape;478;p63"/>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79" name="Google Shape;479;p63"/>
          <p:cNvSpPr/>
          <p:nvPr>
            <p:ph idx="2" type="pic"/>
          </p:nvPr>
        </p:nvSpPr>
        <p:spPr>
          <a:xfrm>
            <a:off x="4804825" y="1133300"/>
            <a:ext cx="4027500" cy="2392800"/>
          </a:xfrm>
          <a:prstGeom prst="rect">
            <a:avLst/>
          </a:prstGeom>
          <a:noFill/>
          <a:ln>
            <a:noFill/>
          </a:ln>
        </p:spPr>
      </p:sp>
      <p:sp>
        <p:nvSpPr>
          <p:cNvPr id="480" name="Google Shape;480;p63"/>
          <p:cNvSpPr/>
          <p:nvPr>
            <p:ph idx="3" type="pic"/>
          </p:nvPr>
        </p:nvSpPr>
        <p:spPr>
          <a:xfrm>
            <a:off x="311725" y="1133300"/>
            <a:ext cx="4027500" cy="2392800"/>
          </a:xfrm>
          <a:prstGeom prst="rect">
            <a:avLst/>
          </a:prstGeom>
          <a:noFill/>
          <a:ln>
            <a:noFill/>
          </a:ln>
        </p:spPr>
      </p:sp>
      <p:sp>
        <p:nvSpPr>
          <p:cNvPr id="481" name="Google Shape;481;p6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2" name="Google Shape;482;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3" name="Google Shape;483;p6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84" name="Google Shape;484;p6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85" name="Shape 485"/>
        <p:cNvGrpSpPr/>
        <p:nvPr/>
      </p:nvGrpSpPr>
      <p:grpSpPr>
        <a:xfrm>
          <a:off x="0" y="0"/>
          <a:ext cx="0" cy="0"/>
          <a:chOff x="0" y="0"/>
          <a:chExt cx="0" cy="0"/>
        </a:xfrm>
      </p:grpSpPr>
      <p:sp>
        <p:nvSpPr>
          <p:cNvPr id="486" name="Google Shape;486;p64"/>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87" name="Google Shape;487;p64"/>
          <p:cNvSpPr/>
          <p:nvPr>
            <p:ph idx="2" type="pic"/>
          </p:nvPr>
        </p:nvSpPr>
        <p:spPr>
          <a:xfrm>
            <a:off x="6205225" y="1128325"/>
            <a:ext cx="2627100" cy="2273100"/>
          </a:xfrm>
          <a:prstGeom prst="rect">
            <a:avLst/>
          </a:prstGeom>
          <a:noFill/>
          <a:ln>
            <a:noFill/>
          </a:ln>
        </p:spPr>
      </p:sp>
      <p:sp>
        <p:nvSpPr>
          <p:cNvPr id="488" name="Google Shape;488;p64"/>
          <p:cNvSpPr/>
          <p:nvPr>
            <p:ph idx="3" type="pic"/>
          </p:nvPr>
        </p:nvSpPr>
        <p:spPr>
          <a:xfrm>
            <a:off x="311725" y="1128325"/>
            <a:ext cx="2627100" cy="2273100"/>
          </a:xfrm>
          <a:prstGeom prst="rect">
            <a:avLst/>
          </a:prstGeom>
          <a:noFill/>
          <a:ln>
            <a:noFill/>
          </a:ln>
        </p:spPr>
      </p:sp>
      <p:sp>
        <p:nvSpPr>
          <p:cNvPr id="489" name="Google Shape;489;p6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0" name="Google Shape;490;p64"/>
          <p:cNvSpPr/>
          <p:nvPr>
            <p:ph idx="5" type="pic"/>
          </p:nvPr>
        </p:nvSpPr>
        <p:spPr>
          <a:xfrm>
            <a:off x="3255250" y="1128325"/>
            <a:ext cx="2627100" cy="2273100"/>
          </a:xfrm>
          <a:prstGeom prst="rect">
            <a:avLst/>
          </a:prstGeom>
          <a:noFill/>
          <a:ln>
            <a:noFill/>
          </a:ln>
        </p:spPr>
      </p:sp>
      <p:sp>
        <p:nvSpPr>
          <p:cNvPr id="491" name="Google Shape;491;p6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2" name="Google Shape;492;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3" name="Google Shape;493;p6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4" name="Google Shape;494;p6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5" name="Google Shape;495;p6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96" name="Shape 496"/>
        <p:cNvGrpSpPr/>
        <p:nvPr/>
      </p:nvGrpSpPr>
      <p:grpSpPr>
        <a:xfrm>
          <a:off x="0" y="0"/>
          <a:ext cx="0" cy="0"/>
          <a:chOff x="0" y="0"/>
          <a:chExt cx="0" cy="0"/>
        </a:xfrm>
      </p:grpSpPr>
      <p:sp>
        <p:nvSpPr>
          <p:cNvPr id="497" name="Google Shape;497;p6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98" name="Shape 498"/>
        <p:cNvGrpSpPr/>
        <p:nvPr/>
      </p:nvGrpSpPr>
      <p:grpSpPr>
        <a:xfrm>
          <a:off x="0" y="0"/>
          <a:ext cx="0" cy="0"/>
          <a:chOff x="0" y="0"/>
          <a:chExt cx="0" cy="0"/>
        </a:xfrm>
      </p:grpSpPr>
      <p:sp>
        <p:nvSpPr>
          <p:cNvPr id="499" name="Google Shape;499;p66"/>
          <p:cNvSpPr/>
          <p:nvPr>
            <p:ph idx="2" type="pic"/>
          </p:nvPr>
        </p:nvSpPr>
        <p:spPr>
          <a:xfrm>
            <a:off x="3389600" y="118913"/>
            <a:ext cx="1643700" cy="1535100"/>
          </a:xfrm>
          <a:prstGeom prst="rect">
            <a:avLst/>
          </a:prstGeom>
          <a:noFill/>
          <a:ln>
            <a:noFill/>
          </a:ln>
        </p:spPr>
      </p:sp>
      <p:sp>
        <p:nvSpPr>
          <p:cNvPr id="500" name="Google Shape;500;p66"/>
          <p:cNvSpPr/>
          <p:nvPr>
            <p:ph idx="3" type="pic"/>
          </p:nvPr>
        </p:nvSpPr>
        <p:spPr>
          <a:xfrm>
            <a:off x="5195935" y="118913"/>
            <a:ext cx="1643700" cy="1535100"/>
          </a:xfrm>
          <a:prstGeom prst="rect">
            <a:avLst/>
          </a:prstGeom>
          <a:noFill/>
          <a:ln>
            <a:noFill/>
          </a:ln>
        </p:spPr>
      </p:sp>
      <p:sp>
        <p:nvSpPr>
          <p:cNvPr id="501" name="Google Shape;501;p66"/>
          <p:cNvSpPr/>
          <p:nvPr>
            <p:ph idx="4" type="pic"/>
          </p:nvPr>
        </p:nvSpPr>
        <p:spPr>
          <a:xfrm>
            <a:off x="7002270" y="118913"/>
            <a:ext cx="1643700" cy="1535100"/>
          </a:xfrm>
          <a:prstGeom prst="rect">
            <a:avLst/>
          </a:prstGeom>
          <a:noFill/>
          <a:ln>
            <a:noFill/>
          </a:ln>
        </p:spPr>
      </p:sp>
      <p:sp>
        <p:nvSpPr>
          <p:cNvPr id="502" name="Google Shape;502;p66"/>
          <p:cNvSpPr/>
          <p:nvPr>
            <p:ph idx="5" type="pic"/>
          </p:nvPr>
        </p:nvSpPr>
        <p:spPr>
          <a:xfrm>
            <a:off x="3389588" y="1804212"/>
            <a:ext cx="1643700" cy="1535100"/>
          </a:xfrm>
          <a:prstGeom prst="rect">
            <a:avLst/>
          </a:prstGeom>
          <a:noFill/>
          <a:ln>
            <a:noFill/>
          </a:ln>
        </p:spPr>
      </p:sp>
      <p:sp>
        <p:nvSpPr>
          <p:cNvPr id="503" name="Google Shape;503;p66"/>
          <p:cNvSpPr/>
          <p:nvPr>
            <p:ph idx="6" type="pic"/>
          </p:nvPr>
        </p:nvSpPr>
        <p:spPr>
          <a:xfrm>
            <a:off x="5195922" y="1804212"/>
            <a:ext cx="1643700" cy="1535100"/>
          </a:xfrm>
          <a:prstGeom prst="rect">
            <a:avLst/>
          </a:prstGeom>
          <a:noFill/>
          <a:ln>
            <a:noFill/>
          </a:ln>
        </p:spPr>
      </p:sp>
      <p:sp>
        <p:nvSpPr>
          <p:cNvPr id="504" name="Google Shape;504;p66"/>
          <p:cNvSpPr/>
          <p:nvPr>
            <p:ph idx="7" type="pic"/>
          </p:nvPr>
        </p:nvSpPr>
        <p:spPr>
          <a:xfrm>
            <a:off x="7002257" y="1804212"/>
            <a:ext cx="1643700" cy="1535100"/>
          </a:xfrm>
          <a:prstGeom prst="rect">
            <a:avLst/>
          </a:prstGeom>
          <a:noFill/>
          <a:ln>
            <a:noFill/>
          </a:ln>
        </p:spPr>
      </p:sp>
      <p:sp>
        <p:nvSpPr>
          <p:cNvPr id="505" name="Google Shape;505;p6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6" name="Google Shape;506;p66"/>
          <p:cNvSpPr/>
          <p:nvPr>
            <p:ph idx="8" type="pic"/>
          </p:nvPr>
        </p:nvSpPr>
        <p:spPr>
          <a:xfrm>
            <a:off x="3389588" y="3489487"/>
            <a:ext cx="1643700" cy="1535100"/>
          </a:xfrm>
          <a:prstGeom prst="rect">
            <a:avLst/>
          </a:prstGeom>
          <a:noFill/>
          <a:ln>
            <a:noFill/>
          </a:ln>
        </p:spPr>
      </p:sp>
      <p:sp>
        <p:nvSpPr>
          <p:cNvPr id="507" name="Google Shape;507;p66"/>
          <p:cNvSpPr/>
          <p:nvPr>
            <p:ph idx="9" type="pic"/>
          </p:nvPr>
        </p:nvSpPr>
        <p:spPr>
          <a:xfrm>
            <a:off x="5195922" y="3489487"/>
            <a:ext cx="1643700" cy="1535100"/>
          </a:xfrm>
          <a:prstGeom prst="rect">
            <a:avLst/>
          </a:prstGeom>
          <a:noFill/>
          <a:ln>
            <a:noFill/>
          </a:ln>
        </p:spPr>
      </p:sp>
      <p:sp>
        <p:nvSpPr>
          <p:cNvPr id="508" name="Google Shape;508;p6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54" Type="http://schemas.openxmlformats.org/officeDocument/2006/relationships/theme" Target="../theme/theme3.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lnSpc>
                <a:spcPct val="115000"/>
              </a:lnSpc>
              <a:spcBef>
                <a:spcPts val="800"/>
              </a:spcBef>
              <a:spcAft>
                <a:spcPts val="80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
        <p:nvSpPr>
          <p:cNvPr id="52" name="Google Shape;52;p13"/>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Newsreader"/>
              <a:buNone/>
              <a:defRPr sz="3000">
                <a:solidFill>
                  <a:schemeClr val="lt1"/>
                </a:solidFill>
                <a:latin typeface="Newsreader"/>
                <a:ea typeface="Newsreader"/>
                <a:cs typeface="Newsreader"/>
                <a:sym typeface="Newsread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3"/>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6.jpg"/><Relationship Id="rId5" Type="http://schemas.openxmlformats.org/officeDocument/2006/relationships/image" Target="../media/image5.png"/><Relationship Id="rId6"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descr="A close-up of a modern glass structure. " id="513" name="Google Shape;513;p67"/>
          <p:cNvPicPr preferRelativeResize="0"/>
          <p:nvPr/>
        </p:nvPicPr>
        <p:blipFill rotWithShape="1">
          <a:blip r:embed="rId3">
            <a:alphaModFix/>
          </a:blip>
          <a:srcRect b="80" l="21737" r="19116" t="0"/>
          <a:stretch/>
        </p:blipFill>
        <p:spPr>
          <a:xfrm>
            <a:off x="4587725" y="-8750"/>
            <a:ext cx="4572001" cy="5148074"/>
          </a:xfrm>
          <a:prstGeom prst="rect">
            <a:avLst/>
          </a:prstGeom>
          <a:noFill/>
          <a:ln>
            <a:noFill/>
          </a:ln>
        </p:spPr>
      </p:pic>
      <p:sp>
        <p:nvSpPr>
          <p:cNvPr id="514" name="Google Shape;514;p67"/>
          <p:cNvSpPr txBox="1"/>
          <p:nvPr>
            <p:ph type="title"/>
          </p:nvPr>
        </p:nvSpPr>
        <p:spPr>
          <a:xfrm>
            <a:off x="361975" y="923525"/>
            <a:ext cx="3860100" cy="121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AeroPredict</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515" name="Google Shape;515;p67"/>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Standard Deviants</a:t>
            </a:r>
            <a:endParaRPr/>
          </a:p>
          <a:p>
            <a:pPr indent="0" lvl="0" marL="0" rtl="0" algn="ctr">
              <a:spcBef>
                <a:spcPts val="0"/>
              </a:spcBef>
              <a:spcAft>
                <a:spcPts val="0"/>
              </a:spcAft>
              <a:buNone/>
            </a:pPr>
            <a:r>
              <a:rPr lang="en"/>
              <a:t>March 16, 2026</a:t>
            </a:r>
            <a:endParaRPr/>
          </a:p>
        </p:txBody>
      </p:sp>
      <p:sp>
        <p:nvSpPr>
          <p:cNvPr id="516" name="Google Shape;516;p67"/>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MAE 301 PROJECT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8"/>
          <p:cNvSpPr/>
          <p:nvPr/>
        </p:nvSpPr>
        <p:spPr>
          <a:xfrm>
            <a:off x="900" y="1801500"/>
            <a:ext cx="1587900" cy="3342000"/>
          </a:xfrm>
          <a:prstGeom prst="roundRect">
            <a:avLst>
              <a:gd fmla="val 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522" name="Google Shape;522;p68"/>
          <p:cNvSpPr txBox="1"/>
          <p:nvPr>
            <p:ph type="title"/>
          </p:nvPr>
        </p:nvSpPr>
        <p:spPr>
          <a:xfrm>
            <a:off x="3473150" y="567500"/>
            <a:ext cx="20616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Our </a:t>
            </a:r>
            <a:r>
              <a:rPr i="1" lang="en"/>
              <a:t>t</a:t>
            </a:r>
            <a:r>
              <a:rPr i="1" lang="en"/>
              <a:t>eam</a:t>
            </a:r>
            <a:endParaRPr i="1"/>
          </a:p>
        </p:txBody>
      </p:sp>
      <p:sp>
        <p:nvSpPr>
          <p:cNvPr id="523" name="Google Shape;523;p68"/>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4" name="Google Shape;524;p68"/>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latin typeface="DM Sans Light"/>
                <a:ea typeface="DM Sans Light"/>
                <a:cs typeface="DM Sans Light"/>
                <a:sym typeface="DM Sans Light"/>
              </a:rPr>
              <a:t>Standard Deviants</a:t>
            </a:r>
            <a:endParaRPr/>
          </a:p>
        </p:txBody>
      </p:sp>
      <p:sp>
        <p:nvSpPr>
          <p:cNvPr id="525" name="Google Shape;525;p68"/>
          <p:cNvSpPr txBox="1"/>
          <p:nvPr>
            <p:ph idx="13" type="subTitle"/>
          </p:nvPr>
        </p:nvSpPr>
        <p:spPr>
          <a:xfrm>
            <a:off x="450" y="3248209"/>
            <a:ext cx="1587900" cy="2154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
              <a:t>Nathan Nguyen</a:t>
            </a:r>
            <a:endParaRPr/>
          </a:p>
        </p:txBody>
      </p:sp>
      <p:sp>
        <p:nvSpPr>
          <p:cNvPr id="526" name="Google Shape;526;p68"/>
          <p:cNvSpPr txBox="1"/>
          <p:nvPr>
            <p:ph idx="15" type="subTitle"/>
          </p:nvPr>
        </p:nvSpPr>
        <p:spPr>
          <a:xfrm>
            <a:off x="450" y="4598973"/>
            <a:ext cx="15879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       npnguye6@asu.edu</a:t>
            </a:r>
            <a:endParaRPr/>
          </a:p>
        </p:txBody>
      </p:sp>
      <p:sp>
        <p:nvSpPr>
          <p:cNvPr id="527" name="Google Shape;527;p68"/>
          <p:cNvSpPr txBox="1"/>
          <p:nvPr>
            <p:ph idx="1" type="body"/>
          </p:nvPr>
        </p:nvSpPr>
        <p:spPr>
          <a:xfrm>
            <a:off x="0" y="3754932"/>
            <a:ext cx="1588800" cy="688200"/>
          </a:xfrm>
          <a:prstGeom prst="rect">
            <a:avLst/>
          </a:prstGeom>
        </p:spPr>
        <p:txBody>
          <a:bodyPr anchorCtr="0" anchor="t" bIns="0" lIns="0" spcFirstLastPara="1" rIns="0" wrap="square" tIns="0">
            <a:noAutofit/>
          </a:bodyPr>
          <a:lstStyle/>
          <a:p>
            <a:pPr indent="0" lvl="0" marL="0" rtl="0" algn="ctr">
              <a:lnSpc>
                <a:spcPct val="115000"/>
              </a:lnSpc>
              <a:spcBef>
                <a:spcPts val="0"/>
              </a:spcBef>
              <a:spcAft>
                <a:spcPts val="0"/>
              </a:spcAft>
              <a:buNone/>
            </a:pPr>
            <a:r>
              <a:rPr lang="en"/>
              <a:t>J</a:t>
            </a:r>
            <a:r>
              <a:rPr lang="en"/>
              <a:t>unior</a:t>
            </a:r>
            <a:r>
              <a:rPr lang="en"/>
              <a:t> at Arizona State University studying Mechanical Engineering</a:t>
            </a:r>
            <a:endParaRPr/>
          </a:p>
        </p:txBody>
      </p:sp>
      <p:sp>
        <p:nvSpPr>
          <p:cNvPr id="528" name="Google Shape;528;p68"/>
          <p:cNvSpPr/>
          <p:nvPr/>
        </p:nvSpPr>
        <p:spPr>
          <a:xfrm>
            <a:off x="1856125" y="1801500"/>
            <a:ext cx="1587900" cy="3342000"/>
          </a:xfrm>
          <a:prstGeom prst="roundRect">
            <a:avLst>
              <a:gd fmla="val 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529" name="Google Shape;529;p68"/>
          <p:cNvSpPr txBox="1"/>
          <p:nvPr>
            <p:ph idx="13" type="subTitle"/>
          </p:nvPr>
        </p:nvSpPr>
        <p:spPr>
          <a:xfrm>
            <a:off x="1855675" y="3248209"/>
            <a:ext cx="1587900" cy="2154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
              <a:t>Natasha Fernandez</a:t>
            </a:r>
            <a:endParaRPr/>
          </a:p>
        </p:txBody>
      </p:sp>
      <p:sp>
        <p:nvSpPr>
          <p:cNvPr id="530" name="Google Shape;530;p68"/>
          <p:cNvSpPr txBox="1"/>
          <p:nvPr>
            <p:ph idx="15" type="subTitle"/>
          </p:nvPr>
        </p:nvSpPr>
        <p:spPr>
          <a:xfrm>
            <a:off x="1855675" y="4598973"/>
            <a:ext cx="1587900" cy="219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nferna21@asu.edu</a:t>
            </a:r>
            <a:endParaRPr/>
          </a:p>
        </p:txBody>
      </p:sp>
      <p:sp>
        <p:nvSpPr>
          <p:cNvPr id="531" name="Google Shape;531;p68"/>
          <p:cNvSpPr txBox="1"/>
          <p:nvPr>
            <p:ph idx="1" type="body"/>
          </p:nvPr>
        </p:nvSpPr>
        <p:spPr>
          <a:xfrm>
            <a:off x="1855225" y="3754932"/>
            <a:ext cx="1588800" cy="688200"/>
          </a:xfrm>
          <a:prstGeom prst="rect">
            <a:avLst/>
          </a:prstGeom>
        </p:spPr>
        <p:txBody>
          <a:bodyPr anchorCtr="0" anchor="t" bIns="0" lIns="0" spcFirstLastPara="1" rIns="0" wrap="square" tIns="0">
            <a:noAutofit/>
          </a:bodyPr>
          <a:lstStyle/>
          <a:p>
            <a:pPr indent="0" lvl="0" marL="0" rtl="0" algn="ctr">
              <a:lnSpc>
                <a:spcPct val="115000"/>
              </a:lnSpc>
              <a:spcBef>
                <a:spcPts val="0"/>
              </a:spcBef>
              <a:spcAft>
                <a:spcPts val="0"/>
              </a:spcAft>
              <a:buNone/>
            </a:pPr>
            <a:r>
              <a:rPr lang="en"/>
              <a:t>Junior at Arizona State University studying Mechanical Engineering</a:t>
            </a:r>
            <a:endParaRPr/>
          </a:p>
        </p:txBody>
      </p:sp>
      <p:sp>
        <p:nvSpPr>
          <p:cNvPr id="532" name="Google Shape;532;p68"/>
          <p:cNvSpPr/>
          <p:nvPr/>
        </p:nvSpPr>
        <p:spPr>
          <a:xfrm>
            <a:off x="3710450" y="1801500"/>
            <a:ext cx="1587900" cy="3342000"/>
          </a:xfrm>
          <a:prstGeom prst="roundRect">
            <a:avLst>
              <a:gd fmla="val 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533" name="Google Shape;533;p68"/>
          <p:cNvSpPr txBox="1"/>
          <p:nvPr>
            <p:ph idx="13" type="subTitle"/>
          </p:nvPr>
        </p:nvSpPr>
        <p:spPr>
          <a:xfrm>
            <a:off x="3710000" y="3248209"/>
            <a:ext cx="1587900" cy="2154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
              <a:t>Maximillian</a:t>
            </a:r>
            <a:r>
              <a:rPr lang="en"/>
              <a:t> Vuk</a:t>
            </a:r>
            <a:endParaRPr/>
          </a:p>
        </p:txBody>
      </p:sp>
      <p:sp>
        <p:nvSpPr>
          <p:cNvPr id="534" name="Google Shape;534;p68"/>
          <p:cNvSpPr/>
          <p:nvPr/>
        </p:nvSpPr>
        <p:spPr>
          <a:xfrm>
            <a:off x="5591275" y="1801500"/>
            <a:ext cx="1587900" cy="3342000"/>
          </a:xfrm>
          <a:prstGeom prst="roundRect">
            <a:avLst>
              <a:gd fmla="val 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535" name="Google Shape;535;p68"/>
          <p:cNvSpPr txBox="1"/>
          <p:nvPr>
            <p:ph idx="13" type="subTitle"/>
          </p:nvPr>
        </p:nvSpPr>
        <p:spPr>
          <a:xfrm>
            <a:off x="5591275" y="3248209"/>
            <a:ext cx="1587900" cy="2154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
              <a:t>Cohen Roane</a:t>
            </a:r>
            <a:endParaRPr/>
          </a:p>
        </p:txBody>
      </p:sp>
      <p:sp>
        <p:nvSpPr>
          <p:cNvPr id="536" name="Google Shape;536;p68"/>
          <p:cNvSpPr txBox="1"/>
          <p:nvPr>
            <p:ph idx="15" type="subTitle"/>
          </p:nvPr>
        </p:nvSpPr>
        <p:spPr>
          <a:xfrm>
            <a:off x="5591275" y="4598973"/>
            <a:ext cx="1587900" cy="219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croane@asu.edu</a:t>
            </a:r>
            <a:endParaRPr/>
          </a:p>
        </p:txBody>
      </p:sp>
      <p:sp>
        <p:nvSpPr>
          <p:cNvPr id="537" name="Google Shape;537;p68"/>
          <p:cNvSpPr txBox="1"/>
          <p:nvPr>
            <p:ph idx="1" type="body"/>
          </p:nvPr>
        </p:nvSpPr>
        <p:spPr>
          <a:xfrm>
            <a:off x="5590825" y="3754932"/>
            <a:ext cx="1588800" cy="688200"/>
          </a:xfrm>
          <a:prstGeom prst="rect">
            <a:avLst/>
          </a:prstGeom>
        </p:spPr>
        <p:txBody>
          <a:bodyPr anchorCtr="0" anchor="t" bIns="0" lIns="0" spcFirstLastPara="1" rIns="0" wrap="square" tIns="0">
            <a:noAutofit/>
          </a:bodyPr>
          <a:lstStyle/>
          <a:p>
            <a:pPr indent="0" lvl="0" marL="0" rtl="0" algn="ctr">
              <a:lnSpc>
                <a:spcPct val="115000"/>
              </a:lnSpc>
              <a:spcBef>
                <a:spcPts val="0"/>
              </a:spcBef>
              <a:spcAft>
                <a:spcPts val="0"/>
              </a:spcAft>
              <a:buNone/>
            </a:pPr>
            <a:r>
              <a:rPr lang="en"/>
              <a:t>J</a:t>
            </a:r>
            <a:r>
              <a:rPr lang="en"/>
              <a:t>unior at Arizona State University studying Mechanical Engineering</a:t>
            </a:r>
            <a:endParaRPr/>
          </a:p>
          <a:p>
            <a:pPr indent="0" lvl="0" marL="0" rtl="0" algn="ctr">
              <a:lnSpc>
                <a:spcPct val="115000"/>
              </a:lnSpc>
              <a:spcBef>
                <a:spcPts val="0"/>
              </a:spcBef>
              <a:spcAft>
                <a:spcPts val="0"/>
              </a:spcAft>
              <a:buNone/>
            </a:pPr>
            <a:r>
              <a:t/>
            </a:r>
            <a:endParaRPr/>
          </a:p>
        </p:txBody>
      </p:sp>
      <p:sp>
        <p:nvSpPr>
          <p:cNvPr id="538" name="Google Shape;538;p68"/>
          <p:cNvSpPr/>
          <p:nvPr/>
        </p:nvSpPr>
        <p:spPr>
          <a:xfrm>
            <a:off x="7420450" y="1801500"/>
            <a:ext cx="1587900" cy="3342000"/>
          </a:xfrm>
          <a:prstGeom prst="roundRect">
            <a:avLst>
              <a:gd fmla="val 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539" name="Google Shape;539;p68"/>
          <p:cNvSpPr txBox="1"/>
          <p:nvPr>
            <p:ph idx="13" type="subTitle"/>
          </p:nvPr>
        </p:nvSpPr>
        <p:spPr>
          <a:xfrm>
            <a:off x="7420000" y="3248209"/>
            <a:ext cx="1587900" cy="2154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
              <a:t>Zach Mitan</a:t>
            </a:r>
            <a:endParaRPr/>
          </a:p>
        </p:txBody>
      </p:sp>
      <p:sp>
        <p:nvSpPr>
          <p:cNvPr id="540" name="Google Shape;540;p68"/>
          <p:cNvSpPr txBox="1"/>
          <p:nvPr>
            <p:ph idx="15" type="subTitle"/>
          </p:nvPr>
        </p:nvSpPr>
        <p:spPr>
          <a:xfrm>
            <a:off x="7420000" y="4598973"/>
            <a:ext cx="1587900" cy="219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zmitan@asu.edu</a:t>
            </a:r>
            <a:endParaRPr/>
          </a:p>
        </p:txBody>
      </p:sp>
      <p:sp>
        <p:nvSpPr>
          <p:cNvPr id="541" name="Google Shape;541;p68"/>
          <p:cNvSpPr txBox="1"/>
          <p:nvPr>
            <p:ph idx="1" type="body"/>
          </p:nvPr>
        </p:nvSpPr>
        <p:spPr>
          <a:xfrm>
            <a:off x="7419550" y="3754932"/>
            <a:ext cx="1588800" cy="688200"/>
          </a:xfrm>
          <a:prstGeom prst="rect">
            <a:avLst/>
          </a:prstGeom>
        </p:spPr>
        <p:txBody>
          <a:bodyPr anchorCtr="0" anchor="t" bIns="0" lIns="0" spcFirstLastPara="1" rIns="0" wrap="square" tIns="0">
            <a:noAutofit/>
          </a:bodyPr>
          <a:lstStyle/>
          <a:p>
            <a:pPr indent="0" lvl="0" marL="0" rtl="0" algn="ctr">
              <a:lnSpc>
                <a:spcPct val="115000"/>
              </a:lnSpc>
              <a:spcBef>
                <a:spcPts val="0"/>
              </a:spcBef>
              <a:spcAft>
                <a:spcPts val="0"/>
              </a:spcAft>
              <a:buNone/>
            </a:pPr>
            <a:r>
              <a:rPr lang="en"/>
              <a:t>Junior at Arizona State University studying Mechanical Engineering</a:t>
            </a:r>
            <a:r>
              <a:rPr lang="en"/>
              <a:t>.</a:t>
            </a:r>
            <a:endParaRPr/>
          </a:p>
        </p:txBody>
      </p:sp>
      <p:pic>
        <p:nvPicPr>
          <p:cNvPr id="542" name="Google Shape;542;p68"/>
          <p:cNvPicPr preferRelativeResize="0"/>
          <p:nvPr/>
        </p:nvPicPr>
        <p:blipFill>
          <a:blip r:embed="rId3">
            <a:alphaModFix/>
          </a:blip>
          <a:stretch>
            <a:fillRect/>
          </a:stretch>
        </p:blipFill>
        <p:spPr>
          <a:xfrm>
            <a:off x="79220" y="1932138"/>
            <a:ext cx="1431246" cy="1190025"/>
          </a:xfrm>
          <a:prstGeom prst="rect">
            <a:avLst/>
          </a:prstGeom>
          <a:noFill/>
          <a:ln>
            <a:noFill/>
          </a:ln>
        </p:spPr>
      </p:pic>
      <p:pic>
        <p:nvPicPr>
          <p:cNvPr id="543" name="Google Shape;543;p68"/>
          <p:cNvPicPr preferRelativeResize="0"/>
          <p:nvPr/>
        </p:nvPicPr>
        <p:blipFill rotWithShape="1">
          <a:blip r:embed="rId4">
            <a:alphaModFix/>
          </a:blip>
          <a:srcRect b="20611" l="0" r="0" t="13160"/>
          <a:stretch/>
        </p:blipFill>
        <p:spPr>
          <a:xfrm>
            <a:off x="2050398" y="1932150"/>
            <a:ext cx="1197545" cy="1190001"/>
          </a:xfrm>
          <a:prstGeom prst="rect">
            <a:avLst/>
          </a:prstGeom>
          <a:noFill/>
          <a:ln>
            <a:noFill/>
          </a:ln>
        </p:spPr>
      </p:pic>
      <p:pic>
        <p:nvPicPr>
          <p:cNvPr id="544" name="Google Shape;544;p68"/>
          <p:cNvPicPr preferRelativeResize="0"/>
          <p:nvPr/>
        </p:nvPicPr>
        <p:blipFill>
          <a:blip r:embed="rId5">
            <a:alphaModFix/>
          </a:blip>
          <a:stretch>
            <a:fillRect/>
          </a:stretch>
        </p:blipFill>
        <p:spPr>
          <a:xfrm>
            <a:off x="5860955" y="1932150"/>
            <a:ext cx="1048544" cy="1190000"/>
          </a:xfrm>
          <a:prstGeom prst="rect">
            <a:avLst/>
          </a:prstGeom>
          <a:noFill/>
          <a:ln>
            <a:noFill/>
          </a:ln>
        </p:spPr>
      </p:pic>
      <p:pic>
        <p:nvPicPr>
          <p:cNvPr id="545" name="Google Shape;545;p68" title="IMG_2052.jpeg"/>
          <p:cNvPicPr preferRelativeResize="0"/>
          <p:nvPr/>
        </p:nvPicPr>
        <p:blipFill>
          <a:blip r:embed="rId6">
            <a:alphaModFix/>
          </a:blip>
          <a:stretch>
            <a:fillRect/>
          </a:stretch>
        </p:blipFill>
        <p:spPr>
          <a:xfrm>
            <a:off x="3918875" y="1967475"/>
            <a:ext cx="1197550" cy="1131275"/>
          </a:xfrm>
          <a:prstGeom prst="rect">
            <a:avLst/>
          </a:prstGeom>
          <a:noFill/>
          <a:ln>
            <a:noFill/>
          </a:ln>
        </p:spPr>
      </p:pic>
      <p:sp>
        <p:nvSpPr>
          <p:cNvPr id="546" name="Google Shape;546;p68"/>
          <p:cNvSpPr txBox="1"/>
          <p:nvPr>
            <p:ph idx="1" type="body"/>
          </p:nvPr>
        </p:nvSpPr>
        <p:spPr>
          <a:xfrm>
            <a:off x="3723025" y="3754932"/>
            <a:ext cx="1588800" cy="688200"/>
          </a:xfrm>
          <a:prstGeom prst="rect">
            <a:avLst/>
          </a:prstGeom>
        </p:spPr>
        <p:txBody>
          <a:bodyPr anchorCtr="0" anchor="t" bIns="0" lIns="0" spcFirstLastPara="1" rIns="0" wrap="square" tIns="0">
            <a:noAutofit/>
          </a:bodyPr>
          <a:lstStyle/>
          <a:p>
            <a:pPr indent="0" lvl="0" marL="0" rtl="0" algn="ctr">
              <a:lnSpc>
                <a:spcPct val="115000"/>
              </a:lnSpc>
              <a:spcBef>
                <a:spcPts val="0"/>
              </a:spcBef>
              <a:spcAft>
                <a:spcPts val="0"/>
              </a:spcAft>
              <a:buNone/>
            </a:pPr>
            <a:r>
              <a:rPr lang="en"/>
              <a:t>Junior at Arizona State University studying Mechanical Engineering</a:t>
            </a:r>
            <a:endParaRPr/>
          </a:p>
        </p:txBody>
      </p:sp>
      <p:sp>
        <p:nvSpPr>
          <p:cNvPr id="547" name="Google Shape;547;p68"/>
          <p:cNvSpPr txBox="1"/>
          <p:nvPr>
            <p:ph idx="15" type="subTitle"/>
          </p:nvPr>
        </p:nvSpPr>
        <p:spPr>
          <a:xfrm>
            <a:off x="3723475" y="4598973"/>
            <a:ext cx="1587900" cy="219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maximill@asu.edu</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69"/>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3" name="Google Shape;553;p6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Standard Deviants</a:t>
            </a:r>
            <a:endParaRPr/>
          </a:p>
        </p:txBody>
      </p:sp>
      <p:sp>
        <p:nvSpPr>
          <p:cNvPr id="554" name="Google Shape;554;p69"/>
          <p:cNvSpPr txBox="1"/>
          <p:nvPr>
            <p:ph idx="2" type="subTitle"/>
          </p:nvPr>
        </p:nvSpPr>
        <p:spPr>
          <a:xfrm>
            <a:off x="2490450" y="732775"/>
            <a:ext cx="4163100" cy="153900"/>
          </a:xfrm>
          <a:prstGeom prst="rect">
            <a:avLst/>
          </a:prstGeom>
        </p:spPr>
        <p:txBody>
          <a:bodyPr anchorCtr="0" anchor="b" bIns="0" lIns="0" spcFirstLastPara="1" rIns="0" wrap="square" tIns="0">
            <a:spAutoFit/>
          </a:bodyPr>
          <a:lstStyle/>
          <a:p>
            <a:pPr indent="0" lvl="0" marL="0" rtl="0" algn="ctr">
              <a:spcBef>
                <a:spcPts val="0"/>
              </a:spcBef>
              <a:spcAft>
                <a:spcPts val="0"/>
              </a:spcAft>
              <a:buNone/>
            </a:pPr>
            <a:r>
              <a:rPr lang="en"/>
              <a:t>THE PROBLEM</a:t>
            </a:r>
            <a:endParaRPr/>
          </a:p>
        </p:txBody>
      </p:sp>
      <p:sp>
        <p:nvSpPr>
          <p:cNvPr id="555" name="Google Shape;555;p69"/>
          <p:cNvSpPr txBox="1"/>
          <p:nvPr>
            <p:ph type="title"/>
          </p:nvPr>
        </p:nvSpPr>
        <p:spPr>
          <a:xfrm>
            <a:off x="1128900" y="967938"/>
            <a:ext cx="6886200" cy="1896000"/>
          </a:xfrm>
          <a:prstGeom prst="rect">
            <a:avLst/>
          </a:prstGeom>
        </p:spPr>
        <p:txBody>
          <a:bodyPr anchorCtr="0" anchor="t" bIns="0" lIns="0" spcFirstLastPara="1" rIns="0" wrap="square" tIns="0">
            <a:noAutofit/>
          </a:bodyPr>
          <a:lstStyle/>
          <a:p>
            <a:pPr indent="0" lvl="0" marL="0" rtl="0" algn="ctr">
              <a:lnSpc>
                <a:spcPct val="115000"/>
              </a:lnSpc>
              <a:spcBef>
                <a:spcPts val="1200"/>
              </a:spcBef>
              <a:spcAft>
                <a:spcPts val="1200"/>
              </a:spcAft>
              <a:buNone/>
            </a:pPr>
            <a:r>
              <a:rPr lang="en" sz="1800"/>
              <a:t>Aircraft engines/rotating machinery generate large sensor logs, but teams still struggle to find degradation early, forecast Remaining Useful Life (RUL), quantify uncertainty (confidence/prediction bounds), and communicate results clearly.</a:t>
            </a:r>
            <a:endParaRPr sz="1800"/>
          </a:p>
        </p:txBody>
      </p:sp>
      <p:sp>
        <p:nvSpPr>
          <p:cNvPr id="556" name="Google Shape;556;p69"/>
          <p:cNvSpPr txBox="1"/>
          <p:nvPr>
            <p:ph idx="2" type="subTitle"/>
          </p:nvPr>
        </p:nvSpPr>
        <p:spPr>
          <a:xfrm>
            <a:off x="2537400" y="2977025"/>
            <a:ext cx="4163100" cy="153900"/>
          </a:xfrm>
          <a:prstGeom prst="rect">
            <a:avLst/>
          </a:prstGeom>
        </p:spPr>
        <p:txBody>
          <a:bodyPr anchorCtr="0" anchor="b" bIns="0" lIns="0" spcFirstLastPara="1" rIns="0" wrap="square" tIns="0">
            <a:spAutoFit/>
          </a:bodyPr>
          <a:lstStyle/>
          <a:p>
            <a:pPr indent="0" lvl="0" marL="0" rtl="0" algn="ctr">
              <a:spcBef>
                <a:spcPts val="0"/>
              </a:spcBef>
              <a:spcAft>
                <a:spcPts val="0"/>
              </a:spcAft>
              <a:buNone/>
            </a:pPr>
            <a:r>
              <a:rPr lang="en"/>
              <a:t>THE SOLUTION</a:t>
            </a:r>
            <a:endParaRPr/>
          </a:p>
        </p:txBody>
      </p:sp>
      <p:sp>
        <p:nvSpPr>
          <p:cNvPr id="557" name="Google Shape;557;p69"/>
          <p:cNvSpPr txBox="1"/>
          <p:nvPr>
            <p:ph type="title"/>
          </p:nvPr>
        </p:nvSpPr>
        <p:spPr>
          <a:xfrm>
            <a:off x="1128900" y="3243900"/>
            <a:ext cx="6886200" cy="1680300"/>
          </a:xfrm>
          <a:prstGeom prst="rect">
            <a:avLst/>
          </a:prstGeom>
        </p:spPr>
        <p:txBody>
          <a:bodyPr anchorCtr="0" anchor="t" bIns="0" lIns="0" spcFirstLastPara="1" rIns="0" wrap="square" tIns="0">
            <a:noAutofit/>
          </a:bodyPr>
          <a:lstStyle/>
          <a:p>
            <a:pPr indent="0" lvl="0" marL="0" marR="203200" rtl="0" algn="ctr">
              <a:spcBef>
                <a:spcPts val="0"/>
              </a:spcBef>
              <a:spcAft>
                <a:spcPts val="0"/>
              </a:spcAft>
              <a:buNone/>
            </a:pPr>
            <a:r>
              <a:rPr lang="en" sz="1800"/>
              <a:t>AeroPredict helps engineers predict engine health and remaining useful life from sensor data, with uncertainty estimates for better maintenance decisions</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0"/>
          <p:cNvSpPr/>
          <p:nvPr/>
        </p:nvSpPr>
        <p:spPr>
          <a:xfrm>
            <a:off x="4766475" y="1576200"/>
            <a:ext cx="4364400" cy="2975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563" name="Google Shape;563;p70"/>
          <p:cNvSpPr/>
          <p:nvPr/>
        </p:nvSpPr>
        <p:spPr>
          <a:xfrm>
            <a:off x="50" y="1576200"/>
            <a:ext cx="4364400" cy="2975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564" name="Google Shape;564;p70"/>
          <p:cNvSpPr txBox="1"/>
          <p:nvPr>
            <p:ph idx="5" type="body"/>
          </p:nvPr>
        </p:nvSpPr>
        <p:spPr>
          <a:xfrm>
            <a:off x="4858276" y="1945500"/>
            <a:ext cx="3979800" cy="2236500"/>
          </a:xfrm>
          <a:prstGeom prst="rect">
            <a:avLst/>
          </a:prstGeom>
        </p:spPr>
        <p:txBody>
          <a:bodyPr anchorCtr="0" anchor="t" bIns="0" lIns="0" spcFirstLastPara="1" rIns="0" wrap="square" tIns="0">
            <a:noAutofit/>
          </a:bodyPr>
          <a:lstStyle/>
          <a:p>
            <a:pPr indent="-342900" lvl="0" marL="457200" rtl="0" algn="l">
              <a:lnSpc>
                <a:spcPct val="115000"/>
              </a:lnSpc>
              <a:spcBef>
                <a:spcPts val="1200"/>
              </a:spcBef>
              <a:spcAft>
                <a:spcPts val="0"/>
              </a:spcAft>
              <a:buClr>
                <a:schemeClr val="dk1"/>
              </a:buClr>
              <a:buSzPts val="1800"/>
              <a:buFont typeface="Arial"/>
              <a:buChar char="●"/>
            </a:pPr>
            <a:r>
              <a:rPr lang="en" sz="1800">
                <a:latin typeface="Times New Roman"/>
                <a:ea typeface="Times New Roman"/>
                <a:cs typeface="Times New Roman"/>
                <a:sym typeface="Times New Roman"/>
              </a:rPr>
              <a:t>Poor </a:t>
            </a:r>
            <a:r>
              <a:rPr lang="en" sz="1800">
                <a:latin typeface="Times New Roman"/>
                <a:ea typeface="Times New Roman"/>
                <a:cs typeface="Times New Roman"/>
                <a:sym typeface="Times New Roman"/>
              </a:rPr>
              <a:t>maintenance</a:t>
            </a:r>
            <a:r>
              <a:rPr lang="en" sz="1800">
                <a:latin typeface="Times New Roman"/>
                <a:ea typeface="Times New Roman"/>
                <a:cs typeface="Times New Roman"/>
                <a:sym typeface="Times New Roman"/>
              </a:rPr>
              <a:t> decisions </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Downtime and cost from over-maintenance</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Safety risks from under-maintenance </a:t>
            </a:r>
            <a:endParaRPr sz="1800"/>
          </a:p>
        </p:txBody>
      </p:sp>
      <p:sp>
        <p:nvSpPr>
          <p:cNvPr id="565" name="Google Shape;565;p70"/>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6" name="Google Shape;566;p7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Standard Deviants</a:t>
            </a:r>
            <a:endParaRPr/>
          </a:p>
        </p:txBody>
      </p:sp>
      <p:sp>
        <p:nvSpPr>
          <p:cNvPr id="567" name="Google Shape;567;p70"/>
          <p:cNvSpPr/>
          <p:nvPr/>
        </p:nvSpPr>
        <p:spPr>
          <a:xfrm>
            <a:off x="50" y="863975"/>
            <a:ext cx="4364400" cy="587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568" name="Google Shape;568;p70"/>
          <p:cNvSpPr txBox="1"/>
          <p:nvPr>
            <p:ph idx="14" type="body"/>
          </p:nvPr>
        </p:nvSpPr>
        <p:spPr>
          <a:xfrm>
            <a:off x="192350" y="1945500"/>
            <a:ext cx="3979800" cy="2236500"/>
          </a:xfrm>
          <a:prstGeom prst="rect">
            <a:avLst/>
          </a:prstGeom>
        </p:spPr>
        <p:txBody>
          <a:bodyPr anchorCtr="0" anchor="t" bIns="0" lIns="0" spcFirstLastPara="1" rIns="0" wrap="square" tIns="0">
            <a:noAutofit/>
          </a:bodyPr>
          <a:lstStyle/>
          <a:p>
            <a:pPr indent="-342900" lvl="0" marL="457200" rtl="0" algn="l">
              <a:lnSpc>
                <a:spcPct val="115000"/>
              </a:lnSpc>
              <a:spcBef>
                <a:spcPts val="1200"/>
              </a:spcBef>
              <a:spcAft>
                <a:spcPts val="0"/>
              </a:spcAft>
              <a:buClr>
                <a:schemeClr val="dk1"/>
              </a:buClr>
              <a:buSzPts val="1800"/>
              <a:buFont typeface="Times New Roman"/>
              <a:buChar char="●"/>
            </a:pPr>
            <a:r>
              <a:rPr lang="en" sz="1800">
                <a:latin typeface="Times New Roman"/>
                <a:ea typeface="Times New Roman"/>
                <a:cs typeface="Times New Roman"/>
                <a:sym typeface="Times New Roman"/>
              </a:rPr>
              <a:t>M</a:t>
            </a:r>
            <a:r>
              <a:rPr lang="en" sz="1800">
                <a:latin typeface="Times New Roman"/>
                <a:ea typeface="Times New Roman"/>
                <a:cs typeface="Times New Roman"/>
                <a:sym typeface="Times New Roman"/>
              </a:rPr>
              <a:t>echanical and aerospace engineers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 sz="1800">
                <a:latin typeface="Times New Roman"/>
                <a:ea typeface="Times New Roman"/>
                <a:cs typeface="Times New Roman"/>
                <a:sym typeface="Times New Roman"/>
              </a:rPr>
              <a:t>Maintenance planners</a:t>
            </a:r>
            <a:endParaRPr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 sz="1800">
                <a:latin typeface="Times New Roman"/>
                <a:ea typeface="Times New Roman"/>
                <a:cs typeface="Times New Roman"/>
                <a:sym typeface="Times New Roman"/>
              </a:rPr>
              <a:t>Students and researchers </a:t>
            </a:r>
            <a:endParaRPr sz="1800">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1800">
              <a:latin typeface="Times New Roman"/>
              <a:ea typeface="Times New Roman"/>
              <a:cs typeface="Times New Roman"/>
              <a:sym typeface="Times New Roman"/>
            </a:endParaRPr>
          </a:p>
        </p:txBody>
      </p:sp>
      <p:sp>
        <p:nvSpPr>
          <p:cNvPr id="569" name="Google Shape;569;p70"/>
          <p:cNvSpPr/>
          <p:nvPr/>
        </p:nvSpPr>
        <p:spPr>
          <a:xfrm>
            <a:off x="4766475" y="863975"/>
            <a:ext cx="4364400" cy="587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570" name="Google Shape;570;p70"/>
          <p:cNvSpPr txBox="1"/>
          <p:nvPr>
            <p:ph type="title"/>
          </p:nvPr>
        </p:nvSpPr>
        <p:spPr>
          <a:xfrm>
            <a:off x="4596375" y="988550"/>
            <a:ext cx="4503600" cy="587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Why it Matters </a:t>
            </a:r>
            <a:endParaRPr/>
          </a:p>
        </p:txBody>
      </p:sp>
      <p:sp>
        <p:nvSpPr>
          <p:cNvPr id="571" name="Google Shape;571;p70"/>
          <p:cNvSpPr txBox="1"/>
          <p:nvPr>
            <p:ph type="title"/>
          </p:nvPr>
        </p:nvSpPr>
        <p:spPr>
          <a:xfrm>
            <a:off x="50" y="988550"/>
            <a:ext cx="4565400" cy="587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Target Users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1"/>
          <p:cNvSpPr/>
          <p:nvPr/>
        </p:nvSpPr>
        <p:spPr>
          <a:xfrm>
            <a:off x="2286125" y="1720800"/>
            <a:ext cx="2294400" cy="342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577" name="Google Shape;577;p71"/>
          <p:cNvSpPr/>
          <p:nvPr/>
        </p:nvSpPr>
        <p:spPr>
          <a:xfrm>
            <a:off x="4565475" y="1720800"/>
            <a:ext cx="2294400" cy="3422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578" name="Google Shape;578;p71"/>
          <p:cNvSpPr/>
          <p:nvPr/>
        </p:nvSpPr>
        <p:spPr>
          <a:xfrm>
            <a:off x="6849550" y="1720800"/>
            <a:ext cx="2294400" cy="3422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579" name="Google Shape;579;p71"/>
          <p:cNvSpPr/>
          <p:nvPr/>
        </p:nvSpPr>
        <p:spPr>
          <a:xfrm>
            <a:off x="50" y="1720800"/>
            <a:ext cx="2294400" cy="3422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580" name="Google Shape;580;p71"/>
          <p:cNvSpPr txBox="1"/>
          <p:nvPr>
            <p:ph idx="2" type="subTitle"/>
          </p:nvPr>
        </p:nvSpPr>
        <p:spPr>
          <a:xfrm>
            <a:off x="2380411" y="3090000"/>
            <a:ext cx="2099100" cy="780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4300"/>
              <a:t>Inputs</a:t>
            </a:r>
            <a:endParaRPr sz="4300"/>
          </a:p>
        </p:txBody>
      </p:sp>
      <p:sp>
        <p:nvSpPr>
          <p:cNvPr id="581" name="Google Shape;581;p71"/>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2" name="Google Shape;582;p71"/>
          <p:cNvSpPr txBox="1"/>
          <p:nvPr>
            <p:ph idx="5" type="subTitle"/>
          </p:nvPr>
        </p:nvSpPr>
        <p:spPr>
          <a:xfrm>
            <a:off x="4665499" y="3090000"/>
            <a:ext cx="2099100" cy="6843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4300"/>
              <a:t>Outputs</a:t>
            </a:r>
            <a:endParaRPr sz="4300"/>
          </a:p>
        </p:txBody>
      </p:sp>
      <p:sp>
        <p:nvSpPr>
          <p:cNvPr id="583" name="Google Shape;583;p71"/>
          <p:cNvSpPr txBox="1"/>
          <p:nvPr>
            <p:ph idx="7" type="subTitle"/>
          </p:nvPr>
        </p:nvSpPr>
        <p:spPr>
          <a:xfrm>
            <a:off x="6942475" y="3090000"/>
            <a:ext cx="2099100" cy="780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4300"/>
              <a:t>Methods</a:t>
            </a:r>
            <a:endParaRPr sz="4300"/>
          </a:p>
        </p:txBody>
      </p:sp>
      <p:sp>
        <p:nvSpPr>
          <p:cNvPr id="584" name="Google Shape;584;p71"/>
          <p:cNvSpPr txBox="1"/>
          <p:nvPr>
            <p:ph idx="9" type="subTitle"/>
          </p:nvPr>
        </p:nvSpPr>
        <p:spPr>
          <a:xfrm>
            <a:off x="97700" y="3041700"/>
            <a:ext cx="2099100" cy="780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4300"/>
              <a:t>Dataset</a:t>
            </a:r>
            <a:endParaRPr sz="4300"/>
          </a:p>
        </p:txBody>
      </p:sp>
      <p:sp>
        <p:nvSpPr>
          <p:cNvPr id="585" name="Google Shape;585;p71"/>
          <p:cNvSpPr txBox="1"/>
          <p:nvPr>
            <p:ph type="title"/>
          </p:nvPr>
        </p:nvSpPr>
        <p:spPr>
          <a:xfrm>
            <a:off x="1938150" y="577300"/>
            <a:ext cx="5267700" cy="587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5000"/>
              <a:t>Solution</a:t>
            </a:r>
            <a:r>
              <a:rPr lang="en" sz="5000"/>
              <a:t> Overview</a:t>
            </a:r>
            <a:endParaRPr sz="5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72"/>
          <p:cNvSpPr/>
          <p:nvPr/>
        </p:nvSpPr>
        <p:spPr>
          <a:xfrm>
            <a:off x="2286125" y="2314800"/>
            <a:ext cx="2294400" cy="2828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591" name="Google Shape;591;p72"/>
          <p:cNvSpPr/>
          <p:nvPr/>
        </p:nvSpPr>
        <p:spPr>
          <a:xfrm>
            <a:off x="4565475" y="2314800"/>
            <a:ext cx="2294400" cy="2828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592" name="Google Shape;592;p72"/>
          <p:cNvSpPr/>
          <p:nvPr/>
        </p:nvSpPr>
        <p:spPr>
          <a:xfrm>
            <a:off x="50" y="2314800"/>
            <a:ext cx="2294400" cy="2828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593" name="Google Shape;593;p72"/>
          <p:cNvSpPr/>
          <p:nvPr/>
        </p:nvSpPr>
        <p:spPr>
          <a:xfrm>
            <a:off x="6849550" y="2314800"/>
            <a:ext cx="2294400" cy="2828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594" name="Google Shape;594;p72"/>
          <p:cNvSpPr txBox="1"/>
          <p:nvPr>
            <p:ph idx="5" type="body"/>
          </p:nvPr>
        </p:nvSpPr>
        <p:spPr>
          <a:xfrm>
            <a:off x="4892150" y="2995500"/>
            <a:ext cx="1645800" cy="1313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user selects engine run or uploads CSV</a:t>
            </a:r>
            <a:endParaRPr/>
          </a:p>
          <a:p>
            <a:pPr indent="0" lvl="0" marL="0" rtl="0" algn="l">
              <a:spcBef>
                <a:spcPts val="800"/>
              </a:spcBef>
              <a:spcAft>
                <a:spcPts val="0"/>
              </a:spcAft>
              <a:buNone/>
            </a:pPr>
            <a:r>
              <a:rPr lang="en"/>
              <a:t>backend/model computes results</a:t>
            </a:r>
            <a:endParaRPr/>
          </a:p>
          <a:p>
            <a:pPr indent="0" lvl="0" marL="0" rtl="0" algn="l">
              <a:spcBef>
                <a:spcPts val="800"/>
              </a:spcBef>
              <a:spcAft>
                <a:spcPts val="0"/>
              </a:spcAft>
              <a:buNone/>
            </a:pPr>
            <a:r>
              <a:rPr lang="en"/>
              <a:t>app returns: predicted RUL, uncertainty bounds, health vs. cycle trend, auto-generated technical report</a:t>
            </a:r>
            <a:endParaRPr/>
          </a:p>
          <a:p>
            <a:pPr indent="0" lvl="0" marL="0" rtl="0" algn="l">
              <a:spcBef>
                <a:spcPts val="800"/>
              </a:spcBef>
              <a:spcAft>
                <a:spcPts val="800"/>
              </a:spcAft>
              <a:buNone/>
            </a:pPr>
            <a:r>
              <a:t/>
            </a:r>
            <a:endParaRPr/>
          </a:p>
        </p:txBody>
      </p:sp>
      <p:sp>
        <p:nvSpPr>
          <p:cNvPr id="595" name="Google Shape;595;p72"/>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6" name="Google Shape;596;p72"/>
          <p:cNvSpPr txBox="1"/>
          <p:nvPr>
            <p:ph idx="8" type="body"/>
          </p:nvPr>
        </p:nvSpPr>
        <p:spPr>
          <a:xfrm>
            <a:off x="2607050" y="2995500"/>
            <a:ext cx="1645800" cy="1313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does not perform the core calculations</a:t>
            </a:r>
            <a:endParaRPr/>
          </a:p>
          <a:p>
            <a:pPr indent="0" lvl="0" marL="0" rtl="0" algn="l">
              <a:spcBef>
                <a:spcPts val="800"/>
              </a:spcBef>
              <a:spcAft>
                <a:spcPts val="0"/>
              </a:spcAft>
              <a:buNone/>
            </a:pPr>
            <a:r>
              <a:rPr lang="en"/>
              <a:t>does not replace the engineering or prediction model</a:t>
            </a:r>
            <a:endParaRPr/>
          </a:p>
          <a:p>
            <a:pPr indent="0" lvl="0" marL="0" rtl="0" algn="l">
              <a:spcBef>
                <a:spcPts val="800"/>
              </a:spcBef>
              <a:spcAft>
                <a:spcPts val="0"/>
              </a:spcAft>
              <a:buNone/>
            </a:pPr>
            <a:r>
              <a:rPr lang="en"/>
              <a:t>supports interpretation and reporting only</a:t>
            </a:r>
            <a:endParaRPr/>
          </a:p>
          <a:p>
            <a:pPr indent="0" lvl="0" marL="0" rtl="0" algn="l">
              <a:spcBef>
                <a:spcPts val="800"/>
              </a:spcBef>
              <a:spcAft>
                <a:spcPts val="800"/>
              </a:spcAft>
              <a:buNone/>
            </a:pPr>
            <a:r>
              <a:t/>
            </a:r>
            <a:endParaRPr/>
          </a:p>
        </p:txBody>
      </p:sp>
      <p:sp>
        <p:nvSpPr>
          <p:cNvPr id="597" name="Google Shape;597;p72"/>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03</a:t>
            </a:r>
            <a:endParaRPr/>
          </a:p>
        </p:txBody>
      </p:sp>
      <p:sp>
        <p:nvSpPr>
          <p:cNvPr id="598" name="Google Shape;598;p72"/>
          <p:cNvSpPr txBox="1"/>
          <p:nvPr>
            <p:ph idx="2" type="body"/>
          </p:nvPr>
        </p:nvSpPr>
        <p:spPr>
          <a:xfrm>
            <a:off x="7130875" y="2995500"/>
            <a:ext cx="1645800" cy="1313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Uses nanoGPT plus other models, not nanoGPT alone</a:t>
            </a:r>
            <a:endParaRPr/>
          </a:p>
          <a:p>
            <a:pPr indent="0" lvl="0" marL="0" rtl="0" algn="l">
              <a:spcBef>
                <a:spcPts val="800"/>
              </a:spcBef>
              <a:spcAft>
                <a:spcPts val="0"/>
              </a:spcAft>
              <a:buNone/>
            </a:pPr>
            <a:r>
              <a:rPr lang="en"/>
              <a:t>nanoGPT handles reporting, summarization, and explanation</a:t>
            </a:r>
            <a:endParaRPr/>
          </a:p>
          <a:p>
            <a:pPr indent="0" lvl="0" marL="0" rtl="0" algn="l">
              <a:spcBef>
                <a:spcPts val="800"/>
              </a:spcBef>
              <a:spcAft>
                <a:spcPts val="0"/>
              </a:spcAft>
              <a:buNone/>
            </a:pPr>
            <a:r>
              <a:rPr lang="en"/>
              <a:t>Core engineering calculations are done by the prediction/analysis model</a:t>
            </a:r>
            <a:endParaRPr/>
          </a:p>
          <a:p>
            <a:pPr indent="0" lvl="0" marL="0" rtl="0" algn="l">
              <a:spcBef>
                <a:spcPts val="800"/>
              </a:spcBef>
              <a:spcAft>
                <a:spcPts val="0"/>
              </a:spcAft>
              <a:buNone/>
            </a:pPr>
            <a:r>
              <a:rPr lang="en"/>
              <a:t>Shows a complete AI-assisted engineering workflow</a:t>
            </a:r>
            <a:endParaRPr/>
          </a:p>
          <a:p>
            <a:pPr indent="0" lvl="0" marL="0" rtl="0" algn="l">
              <a:spcBef>
                <a:spcPts val="800"/>
              </a:spcBef>
              <a:spcAft>
                <a:spcPts val="0"/>
              </a:spcAft>
              <a:buNone/>
            </a:pPr>
            <a:r>
              <a:t/>
            </a:r>
            <a:endParaRPr/>
          </a:p>
          <a:p>
            <a:pPr indent="0" lvl="0" marL="0" rtl="0" algn="l">
              <a:spcBef>
                <a:spcPts val="800"/>
              </a:spcBef>
              <a:spcAft>
                <a:spcPts val="0"/>
              </a:spcAft>
              <a:buNone/>
            </a:pPr>
            <a:r>
              <a:rPr lang="en"/>
              <a:t>Meets the project goal of integrating an LLM into a technical application</a:t>
            </a:r>
            <a:endParaRPr/>
          </a:p>
          <a:p>
            <a:pPr indent="0" lvl="0" marL="0" rtl="0" algn="l">
              <a:spcBef>
                <a:spcPts val="800"/>
              </a:spcBef>
              <a:spcAft>
                <a:spcPts val="800"/>
              </a:spcAft>
              <a:buNone/>
            </a:pPr>
            <a:r>
              <a:t/>
            </a:r>
            <a:endParaRPr/>
          </a:p>
        </p:txBody>
      </p:sp>
      <p:sp>
        <p:nvSpPr>
          <p:cNvPr id="599" name="Google Shape;599;p72"/>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04</a:t>
            </a:r>
            <a:endParaRPr/>
          </a:p>
        </p:txBody>
      </p:sp>
      <p:sp>
        <p:nvSpPr>
          <p:cNvPr id="600" name="Google Shape;600;p72"/>
          <p:cNvSpPr txBox="1"/>
          <p:nvPr>
            <p:ph idx="14" type="body"/>
          </p:nvPr>
        </p:nvSpPr>
        <p:spPr>
          <a:xfrm>
            <a:off x="361975" y="2995425"/>
            <a:ext cx="1645800" cy="1313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generates the analysis plan</a:t>
            </a:r>
            <a:endParaRPr/>
          </a:p>
          <a:p>
            <a:pPr indent="0" lvl="0" marL="0" rtl="0" algn="l">
              <a:spcBef>
                <a:spcPts val="800"/>
              </a:spcBef>
              <a:spcAft>
                <a:spcPts val="0"/>
              </a:spcAft>
              <a:buNone/>
            </a:pPr>
            <a:r>
              <a:rPr lang="en"/>
              <a:t>writes the concise Markdown technical report</a:t>
            </a:r>
            <a:endParaRPr/>
          </a:p>
          <a:p>
            <a:pPr indent="0" lvl="0" marL="0" rtl="0" algn="l">
              <a:spcBef>
                <a:spcPts val="800"/>
              </a:spcBef>
              <a:spcAft>
                <a:spcPts val="0"/>
              </a:spcAft>
              <a:buNone/>
            </a:pPr>
            <a:r>
              <a:rPr lang="en"/>
              <a:t>summarizes methods, assumptions, results, and limitations</a:t>
            </a:r>
            <a:endParaRPr/>
          </a:p>
          <a:p>
            <a:pPr indent="0" lvl="0" marL="0" rtl="0" algn="l">
              <a:spcBef>
                <a:spcPts val="800"/>
              </a:spcBef>
              <a:spcAft>
                <a:spcPts val="800"/>
              </a:spcAft>
              <a:buNone/>
            </a:pPr>
            <a:r>
              <a:t/>
            </a:r>
            <a:endParaRPr/>
          </a:p>
        </p:txBody>
      </p:sp>
      <p:sp>
        <p:nvSpPr>
          <p:cNvPr id="601" name="Google Shape;601;p72"/>
          <p:cNvSpPr txBox="1"/>
          <p:nvPr>
            <p:ph idx="7" type="subTitle"/>
          </p:nvPr>
        </p:nvSpPr>
        <p:spPr>
          <a:xfrm>
            <a:off x="4892138" y="2791120"/>
            <a:ext cx="1645800" cy="15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DM Sans"/>
                <a:ea typeface="DM Sans"/>
                <a:cs typeface="DM Sans"/>
                <a:sym typeface="DM Sans"/>
              </a:rPr>
              <a:t>MVP INPUTS &amp; OUTPUTS</a:t>
            </a:r>
            <a:endParaRPr b="1">
              <a:latin typeface="DM Sans"/>
              <a:ea typeface="DM Sans"/>
              <a:cs typeface="DM Sans"/>
              <a:sym typeface="DM Sans"/>
            </a:endParaRPr>
          </a:p>
        </p:txBody>
      </p:sp>
      <p:sp>
        <p:nvSpPr>
          <p:cNvPr id="602" name="Google Shape;602;p72"/>
          <p:cNvSpPr txBox="1"/>
          <p:nvPr>
            <p:ph idx="4" type="subTitle"/>
          </p:nvPr>
        </p:nvSpPr>
        <p:spPr>
          <a:xfrm>
            <a:off x="7130875" y="2791120"/>
            <a:ext cx="1645800" cy="15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DM Sans"/>
                <a:ea typeface="DM Sans"/>
                <a:cs typeface="DM Sans"/>
                <a:sym typeface="DM Sans"/>
              </a:rPr>
              <a:t>CLASS REQUIREMENT FIT</a:t>
            </a:r>
            <a:endParaRPr b="1">
              <a:latin typeface="DM Sans"/>
              <a:ea typeface="DM Sans"/>
              <a:cs typeface="DM Sans"/>
              <a:sym typeface="DM Sans"/>
            </a:endParaRPr>
          </a:p>
        </p:txBody>
      </p:sp>
      <p:sp>
        <p:nvSpPr>
          <p:cNvPr id="603" name="Google Shape;603;p72"/>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02</a:t>
            </a:r>
            <a:endParaRPr/>
          </a:p>
        </p:txBody>
      </p:sp>
      <p:sp>
        <p:nvSpPr>
          <p:cNvPr id="604" name="Google Shape;604;p72"/>
          <p:cNvSpPr txBox="1"/>
          <p:nvPr>
            <p:ph idx="13" type="subTitle"/>
          </p:nvPr>
        </p:nvSpPr>
        <p:spPr>
          <a:xfrm>
            <a:off x="2607050" y="2791120"/>
            <a:ext cx="1645800" cy="15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DM Sans"/>
                <a:ea typeface="DM Sans"/>
                <a:cs typeface="DM Sans"/>
                <a:sym typeface="DM Sans"/>
              </a:rPr>
              <a:t>LIMITS</a:t>
            </a:r>
            <a:endParaRPr b="1">
              <a:latin typeface="DM Sans"/>
              <a:ea typeface="DM Sans"/>
              <a:cs typeface="DM Sans"/>
              <a:sym typeface="DM Sans"/>
            </a:endParaRPr>
          </a:p>
        </p:txBody>
      </p:sp>
      <p:sp>
        <p:nvSpPr>
          <p:cNvPr id="605" name="Google Shape;605;p72"/>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01</a:t>
            </a:r>
            <a:endParaRPr/>
          </a:p>
        </p:txBody>
      </p:sp>
      <p:sp>
        <p:nvSpPr>
          <p:cNvPr id="606" name="Google Shape;606;p72"/>
          <p:cNvSpPr txBox="1"/>
          <p:nvPr>
            <p:ph idx="16" type="subTitle"/>
          </p:nvPr>
        </p:nvSpPr>
        <p:spPr>
          <a:xfrm>
            <a:off x="361975" y="2791120"/>
            <a:ext cx="1645800" cy="15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DM Sans"/>
                <a:ea typeface="DM Sans"/>
                <a:cs typeface="DM Sans"/>
                <a:sym typeface="DM Sans"/>
              </a:rPr>
              <a:t>ROLE</a:t>
            </a:r>
            <a:endParaRPr b="1">
              <a:latin typeface="DM Sans"/>
              <a:ea typeface="DM Sans"/>
              <a:cs typeface="DM Sans"/>
              <a:sym typeface="DM Sans"/>
            </a:endParaRPr>
          </a:p>
          <a:p>
            <a:pPr indent="0" lvl="0" marL="0" rtl="0" algn="l">
              <a:spcBef>
                <a:spcPts val="0"/>
              </a:spcBef>
              <a:spcAft>
                <a:spcPts val="0"/>
              </a:spcAft>
              <a:buNone/>
            </a:pPr>
            <a:r>
              <a:t/>
            </a:r>
            <a:endParaRPr b="1">
              <a:latin typeface="DM Sans"/>
              <a:ea typeface="DM Sans"/>
              <a:cs typeface="DM Sans"/>
              <a:sym typeface="DM Sans"/>
            </a:endParaRPr>
          </a:p>
        </p:txBody>
      </p:sp>
      <p:sp>
        <p:nvSpPr>
          <p:cNvPr id="607" name="Google Shape;607;p72"/>
          <p:cNvSpPr txBox="1"/>
          <p:nvPr>
            <p:ph idx="17" type="subTitle"/>
          </p:nvPr>
        </p:nvSpPr>
        <p:spPr>
          <a:xfrm>
            <a:off x="2490450" y="732775"/>
            <a:ext cx="4163100" cy="153900"/>
          </a:xfrm>
          <a:prstGeom prst="rect">
            <a:avLst/>
          </a:prstGeom>
        </p:spPr>
        <p:txBody>
          <a:bodyPr anchorCtr="0" anchor="b" bIns="0" lIns="0" spcFirstLastPara="1" rIns="0" wrap="square" tIns="0">
            <a:spAutoFit/>
          </a:bodyPr>
          <a:lstStyle/>
          <a:p>
            <a:pPr indent="0" lvl="0" marL="0" rtl="0" algn="ctr">
              <a:spcBef>
                <a:spcPts val="0"/>
              </a:spcBef>
              <a:spcAft>
                <a:spcPts val="0"/>
              </a:spcAft>
              <a:buNone/>
            </a:pPr>
            <a:r>
              <a:rPr lang="en"/>
              <a:t>THE SOLUTION</a:t>
            </a:r>
            <a:endParaRPr/>
          </a:p>
        </p:txBody>
      </p:sp>
      <p:sp>
        <p:nvSpPr>
          <p:cNvPr id="608" name="Google Shape;608;p72"/>
          <p:cNvSpPr txBox="1"/>
          <p:nvPr>
            <p:ph type="title"/>
          </p:nvPr>
        </p:nvSpPr>
        <p:spPr>
          <a:xfrm>
            <a:off x="1406600" y="988557"/>
            <a:ext cx="6330900" cy="587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nanoGPT’s Role in the MVP</a:t>
            </a:r>
            <a:endParaRPr/>
          </a:p>
        </p:txBody>
      </p:sp>
      <p:sp>
        <p:nvSpPr>
          <p:cNvPr id="609" name="Google Shape;609;p72"/>
          <p:cNvSpPr txBox="1"/>
          <p:nvPr>
            <p:ph idx="6" type="subTitle"/>
          </p:nvPr>
        </p:nvSpPr>
        <p:spPr>
          <a:xfrm>
            <a:off x="361975" y="217725"/>
            <a:ext cx="4163100" cy="237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900">
                <a:latin typeface="DM Sans Light"/>
                <a:ea typeface="DM Sans Light"/>
                <a:cs typeface="DM Sans Light"/>
                <a:sym typeface="DM Sans Light"/>
              </a:rPr>
              <a:t>Standard Deviants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73"/>
          <p:cNvSpPr txBox="1"/>
          <p:nvPr>
            <p:ph type="title"/>
          </p:nvPr>
        </p:nvSpPr>
        <p:spPr>
          <a:xfrm>
            <a:off x="311700" y="377275"/>
            <a:ext cx="8520600" cy="77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5000">
                <a:latin typeface="Newsreader"/>
                <a:ea typeface="Newsreader"/>
                <a:cs typeface="Newsreader"/>
                <a:sym typeface="Newsreader"/>
              </a:rPr>
              <a:t>Evaluation &amp; Feasibility</a:t>
            </a:r>
            <a:endParaRPr sz="5000">
              <a:latin typeface="Newsreader"/>
              <a:ea typeface="Newsreader"/>
              <a:cs typeface="Newsreader"/>
              <a:sym typeface="Newsreader"/>
            </a:endParaRPr>
          </a:p>
        </p:txBody>
      </p:sp>
      <p:sp>
        <p:nvSpPr>
          <p:cNvPr id="615" name="Google Shape;615;p73"/>
          <p:cNvSpPr txBox="1"/>
          <p:nvPr>
            <p:ph idx="1" type="body"/>
          </p:nvPr>
        </p:nvSpPr>
        <p:spPr>
          <a:xfrm>
            <a:off x="311700" y="1152475"/>
            <a:ext cx="8520600" cy="3990900"/>
          </a:xfrm>
          <a:prstGeom prst="rect">
            <a:avLst/>
          </a:prstGeom>
        </p:spPr>
        <p:txBody>
          <a:bodyPr anchorCtr="0" anchor="t" bIns="91425" lIns="91425" spcFirstLastPara="1" rIns="91425" wrap="square" tIns="91425">
            <a:normAutofit fontScale="25000" lnSpcReduction="20000"/>
          </a:bodyPr>
          <a:lstStyle/>
          <a:p>
            <a:pPr indent="-299578" lvl="0" marL="457200" rtl="0" algn="l">
              <a:spcBef>
                <a:spcPts val="1200"/>
              </a:spcBef>
              <a:spcAft>
                <a:spcPts val="0"/>
              </a:spcAft>
              <a:buClr>
                <a:schemeClr val="dk1"/>
              </a:buClr>
              <a:buSzPct val="100000"/>
              <a:buChar char="●"/>
            </a:pPr>
            <a:r>
              <a:rPr b="1" lang="en" sz="4471">
                <a:solidFill>
                  <a:schemeClr val="dk1"/>
                </a:solidFill>
              </a:rPr>
              <a:t>Evaluation metrics:</a:t>
            </a:r>
            <a:br>
              <a:rPr b="1" lang="en" sz="4471">
                <a:solidFill>
                  <a:schemeClr val="dk1"/>
                </a:solidFill>
              </a:rPr>
            </a:br>
            <a:endParaRPr b="1" sz="4471">
              <a:solidFill>
                <a:schemeClr val="dk1"/>
              </a:solidFill>
            </a:endParaRPr>
          </a:p>
          <a:p>
            <a:pPr indent="-299578" lvl="1" marL="914400" rtl="0" algn="l">
              <a:spcBef>
                <a:spcPts val="0"/>
              </a:spcBef>
              <a:spcAft>
                <a:spcPts val="0"/>
              </a:spcAft>
              <a:buClr>
                <a:schemeClr val="dk1"/>
              </a:buClr>
              <a:buSzPct val="100000"/>
              <a:buChar char="○"/>
            </a:pPr>
            <a:r>
              <a:rPr lang="en" sz="4471">
                <a:solidFill>
                  <a:schemeClr val="dk1"/>
                </a:solidFill>
              </a:rPr>
              <a:t>MAE / RMSE for RUL</a:t>
            </a:r>
            <a:br>
              <a:rPr lang="en" sz="4471">
                <a:solidFill>
                  <a:schemeClr val="dk1"/>
                </a:solidFill>
              </a:rPr>
            </a:br>
            <a:endParaRPr sz="4471">
              <a:solidFill>
                <a:schemeClr val="dk1"/>
              </a:solidFill>
            </a:endParaRPr>
          </a:p>
          <a:p>
            <a:pPr indent="-299578" lvl="1" marL="914400" rtl="0" algn="l">
              <a:spcBef>
                <a:spcPts val="0"/>
              </a:spcBef>
              <a:spcAft>
                <a:spcPts val="0"/>
              </a:spcAft>
              <a:buClr>
                <a:schemeClr val="dk1"/>
              </a:buClr>
              <a:buSzPct val="100000"/>
              <a:buChar char="○"/>
            </a:pPr>
            <a:r>
              <a:rPr lang="en" sz="4471">
                <a:solidFill>
                  <a:schemeClr val="dk1"/>
                </a:solidFill>
              </a:rPr>
              <a:t>interval coverage for uncertainty</a:t>
            </a:r>
            <a:br>
              <a:rPr lang="en" sz="4471">
                <a:solidFill>
                  <a:schemeClr val="dk1"/>
                </a:solidFill>
              </a:rPr>
            </a:br>
            <a:endParaRPr sz="4471">
              <a:solidFill>
                <a:schemeClr val="dk1"/>
              </a:solidFill>
            </a:endParaRPr>
          </a:p>
          <a:p>
            <a:pPr indent="-299578" lvl="1" marL="914400" rtl="0" algn="l">
              <a:spcBef>
                <a:spcPts val="0"/>
              </a:spcBef>
              <a:spcAft>
                <a:spcPts val="0"/>
              </a:spcAft>
              <a:buClr>
                <a:schemeClr val="dk1"/>
              </a:buClr>
              <a:buSzPct val="100000"/>
              <a:buChar char="○"/>
            </a:pPr>
            <a:r>
              <a:rPr lang="en" sz="4471">
                <a:solidFill>
                  <a:schemeClr val="dk1"/>
                </a:solidFill>
              </a:rPr>
              <a:t>optional ROC-AUC / F1 for classification</a:t>
            </a:r>
            <a:br>
              <a:rPr lang="en" sz="4471">
                <a:solidFill>
                  <a:schemeClr val="dk1"/>
                </a:solidFill>
              </a:rPr>
            </a:br>
            <a:endParaRPr sz="4471">
              <a:solidFill>
                <a:schemeClr val="dk1"/>
              </a:solidFill>
            </a:endParaRPr>
          </a:p>
          <a:p>
            <a:pPr indent="-299578" lvl="1" marL="914400" rtl="0" algn="l">
              <a:spcBef>
                <a:spcPts val="0"/>
              </a:spcBef>
              <a:spcAft>
                <a:spcPts val="0"/>
              </a:spcAft>
              <a:buClr>
                <a:schemeClr val="dk1"/>
              </a:buClr>
              <a:buSzPct val="100000"/>
              <a:buChar char="○"/>
            </a:pPr>
            <a:r>
              <a:rPr lang="en" sz="4471">
                <a:solidFill>
                  <a:schemeClr val="dk1"/>
                </a:solidFill>
              </a:rPr>
              <a:t>reproducibility</a:t>
            </a:r>
            <a:br>
              <a:rPr lang="en" sz="4471">
                <a:solidFill>
                  <a:schemeClr val="dk1"/>
                </a:solidFill>
              </a:rPr>
            </a:br>
            <a:endParaRPr sz="4471">
              <a:solidFill>
                <a:schemeClr val="dk1"/>
              </a:solidFill>
            </a:endParaRPr>
          </a:p>
          <a:p>
            <a:pPr indent="-299578" lvl="0" marL="457200" rtl="0" algn="l">
              <a:spcBef>
                <a:spcPts val="0"/>
              </a:spcBef>
              <a:spcAft>
                <a:spcPts val="0"/>
              </a:spcAft>
              <a:buClr>
                <a:schemeClr val="dk1"/>
              </a:buClr>
              <a:buSzPct val="100000"/>
              <a:buChar char="●"/>
            </a:pPr>
            <a:r>
              <a:rPr b="1" lang="en" sz="4471">
                <a:solidFill>
                  <a:schemeClr val="dk1"/>
                </a:solidFill>
              </a:rPr>
              <a:t>Why feasible for class:</a:t>
            </a:r>
            <a:br>
              <a:rPr b="1" lang="en" sz="4471">
                <a:solidFill>
                  <a:schemeClr val="dk1"/>
                </a:solidFill>
              </a:rPr>
            </a:br>
            <a:endParaRPr b="1" sz="4471">
              <a:solidFill>
                <a:schemeClr val="dk1"/>
              </a:solidFill>
            </a:endParaRPr>
          </a:p>
          <a:p>
            <a:pPr indent="-299578" lvl="1" marL="914400" rtl="0" algn="l">
              <a:spcBef>
                <a:spcPts val="0"/>
              </a:spcBef>
              <a:spcAft>
                <a:spcPts val="0"/>
              </a:spcAft>
              <a:buClr>
                <a:schemeClr val="dk1"/>
              </a:buClr>
              <a:buSzPct val="100000"/>
              <a:buChar char="○"/>
            </a:pPr>
            <a:r>
              <a:rPr lang="en" sz="4471">
                <a:solidFill>
                  <a:schemeClr val="dk1"/>
                </a:solidFill>
              </a:rPr>
              <a:t>public dataset</a:t>
            </a:r>
            <a:br>
              <a:rPr lang="en" sz="4471">
                <a:solidFill>
                  <a:schemeClr val="dk1"/>
                </a:solidFill>
              </a:rPr>
            </a:br>
            <a:endParaRPr sz="4471">
              <a:solidFill>
                <a:schemeClr val="dk1"/>
              </a:solidFill>
            </a:endParaRPr>
          </a:p>
          <a:p>
            <a:pPr indent="-299578" lvl="1" marL="914400" rtl="0" algn="l">
              <a:spcBef>
                <a:spcPts val="0"/>
              </a:spcBef>
              <a:spcAft>
                <a:spcPts val="0"/>
              </a:spcAft>
              <a:buClr>
                <a:schemeClr val="dk1"/>
              </a:buClr>
              <a:buSzPct val="100000"/>
              <a:buChar char="○"/>
            </a:pPr>
            <a:r>
              <a:rPr lang="en" sz="4471">
                <a:solidFill>
                  <a:schemeClr val="dk1"/>
                </a:solidFill>
              </a:rPr>
              <a:t>clear engineering problem</a:t>
            </a:r>
            <a:br>
              <a:rPr lang="en" sz="4471">
                <a:solidFill>
                  <a:schemeClr val="dk1"/>
                </a:solidFill>
              </a:rPr>
            </a:br>
            <a:endParaRPr sz="4471">
              <a:solidFill>
                <a:schemeClr val="dk1"/>
              </a:solidFill>
            </a:endParaRPr>
          </a:p>
          <a:p>
            <a:pPr indent="-299578" lvl="1" marL="914400" rtl="0" algn="l">
              <a:spcBef>
                <a:spcPts val="0"/>
              </a:spcBef>
              <a:spcAft>
                <a:spcPts val="0"/>
              </a:spcAft>
              <a:buClr>
                <a:schemeClr val="dk1"/>
              </a:buClr>
              <a:buSzPct val="100000"/>
              <a:buChar char="○"/>
            </a:pPr>
            <a:r>
              <a:rPr lang="en" sz="4471">
                <a:solidFill>
                  <a:schemeClr val="dk1"/>
                </a:solidFill>
              </a:rPr>
              <a:t>manageable model scope</a:t>
            </a:r>
            <a:br>
              <a:rPr lang="en" sz="4471">
                <a:solidFill>
                  <a:schemeClr val="dk1"/>
                </a:solidFill>
              </a:rPr>
            </a:br>
            <a:endParaRPr sz="4471">
              <a:solidFill>
                <a:schemeClr val="dk1"/>
              </a:solidFill>
            </a:endParaRPr>
          </a:p>
          <a:p>
            <a:pPr indent="-299578" lvl="1" marL="914400" rtl="0" algn="l">
              <a:spcBef>
                <a:spcPts val="0"/>
              </a:spcBef>
              <a:spcAft>
                <a:spcPts val="0"/>
              </a:spcAft>
              <a:buClr>
                <a:schemeClr val="dk1"/>
              </a:buClr>
              <a:buSzPct val="100000"/>
              <a:buChar char="○"/>
            </a:pPr>
            <a:r>
              <a:rPr lang="en" sz="4471">
                <a:solidFill>
                  <a:schemeClr val="dk1"/>
                </a:solidFill>
              </a:rPr>
              <a:t>combines statistics, ML, and nanoGPT</a:t>
            </a:r>
            <a:br>
              <a:rPr lang="en" sz="4471">
                <a:solidFill>
                  <a:schemeClr val="dk1"/>
                </a:solidFill>
              </a:rPr>
            </a:br>
            <a:endParaRPr sz="4471">
              <a:solidFill>
                <a:schemeClr val="dk1"/>
              </a:solidFill>
            </a:endParaRPr>
          </a:p>
          <a:p>
            <a:pPr indent="-299578" lvl="0" marL="457200" rtl="0" algn="l">
              <a:spcBef>
                <a:spcPts val="0"/>
              </a:spcBef>
              <a:spcAft>
                <a:spcPts val="0"/>
              </a:spcAft>
              <a:buClr>
                <a:schemeClr val="dk1"/>
              </a:buClr>
              <a:buSzPct val="100000"/>
              <a:buChar char="●"/>
            </a:pPr>
            <a:r>
              <a:rPr b="1" lang="en" sz="4471">
                <a:solidFill>
                  <a:schemeClr val="dk1"/>
                </a:solidFill>
              </a:rPr>
              <a:t>Closing statement:</a:t>
            </a:r>
            <a:br>
              <a:rPr b="1" lang="en" sz="4471">
                <a:solidFill>
                  <a:schemeClr val="dk1"/>
                </a:solidFill>
              </a:rPr>
            </a:br>
            <a:r>
              <a:rPr lang="en" sz="4471">
                <a:solidFill>
                  <a:schemeClr val="dk1"/>
                </a:solidFill>
              </a:rPr>
              <a:t> “AeroPredict turns sensor data into actionable, uncertainty-aware maintenance insight.”</a:t>
            </a:r>
            <a:br>
              <a:rPr lang="en" sz="4471">
                <a:solidFill>
                  <a:schemeClr val="dk1"/>
                </a:solidFill>
              </a:rPr>
            </a:br>
            <a:endParaRPr sz="4471">
              <a:solidFill>
                <a:schemeClr val="dk1"/>
              </a:solidFill>
            </a:endParaRPr>
          </a:p>
          <a:p>
            <a:pPr indent="-246062" lvl="0" marL="457200" rtl="0" algn="l">
              <a:spcBef>
                <a:spcPts val="0"/>
              </a:spcBef>
              <a:spcAft>
                <a:spcPts val="0"/>
              </a:spcAft>
              <a:buClr>
                <a:schemeClr val="dk1"/>
              </a:buClr>
              <a:buSzPct val="100000"/>
              <a:buChar char="●"/>
            </a:pPr>
            <a:r>
              <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74"/>
          <p:cNvSpPr txBox="1"/>
          <p:nvPr>
            <p:ph type="title"/>
          </p:nvPr>
        </p:nvSpPr>
        <p:spPr>
          <a:xfrm>
            <a:off x="451472" y="2024100"/>
            <a:ext cx="4163100" cy="13725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